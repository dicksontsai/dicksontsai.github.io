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63" r:id="rId4"/>
    <p:sldId id="264" r:id="rId5"/>
    <p:sldId id="265" r:id="rId6"/>
    <p:sldId id="268" r:id="rId7"/>
    <p:sldId id="270" r:id="rId8"/>
    <p:sldId id="275" r:id="rId9"/>
    <p:sldId id="266" r:id="rId10"/>
    <p:sldId id="267" r:id="rId11"/>
    <p:sldId id="269" r:id="rId12"/>
    <p:sldId id="272" r:id="rId13"/>
    <p:sldId id="273" r:id="rId14"/>
    <p:sldId id="271" r:id="rId15"/>
    <p:sldId id="277" r:id="rId16"/>
    <p:sldId id="276" r:id="rId17"/>
    <p:sldId id="274" r:id="rId18"/>
    <p:sldId id="258" r:id="rId19"/>
    <p:sldId id="259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136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interSettings" Target="printerSettings/printerSettings1.bin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6C15FB-BBFE-DF44-BC8E-A50621F43A8A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6D2BE0-56FC-754A-A5C1-5511D279BEC8}">
      <dgm:prSet phldrT="[Text]"/>
      <dgm:spPr/>
      <dgm:t>
        <a:bodyPr/>
        <a:lstStyle/>
        <a:p>
          <a:r>
            <a:rPr lang="en-US" dirty="0" smtClean="0"/>
            <a:t>Computer Program</a:t>
          </a:r>
        </a:p>
        <a:p>
          <a:r>
            <a:rPr lang="en-US" dirty="0" smtClean="0"/>
            <a:t>Line of code</a:t>
          </a:r>
          <a:endParaRPr lang="en-US" dirty="0"/>
        </a:p>
      </dgm:t>
    </dgm:pt>
    <dgm:pt modelId="{05191421-9D7A-CD41-BCB7-85E07B38FC64}" type="parTrans" cxnId="{E0FC7429-2B08-3141-A61A-A8873B3B0C5E}">
      <dgm:prSet/>
      <dgm:spPr/>
      <dgm:t>
        <a:bodyPr/>
        <a:lstStyle/>
        <a:p>
          <a:endParaRPr lang="en-US"/>
        </a:p>
      </dgm:t>
    </dgm:pt>
    <dgm:pt modelId="{27471428-4A9F-C040-9F55-E299F7776577}" type="sibTrans" cxnId="{E0FC7429-2B08-3141-A61A-A8873B3B0C5E}">
      <dgm:prSet/>
      <dgm:spPr/>
      <dgm:t>
        <a:bodyPr/>
        <a:lstStyle/>
        <a:p>
          <a:endParaRPr lang="en-US"/>
        </a:p>
      </dgm:t>
    </dgm:pt>
    <dgm:pt modelId="{1F8398C6-E8E2-2A43-B765-5B6BF814AB61}">
      <dgm:prSet phldrT="[Text]"/>
      <dgm:spPr/>
      <dgm:t>
        <a:bodyPr/>
        <a:lstStyle/>
        <a:p>
          <a:r>
            <a:rPr lang="en-US" dirty="0" smtClean="0"/>
            <a:t>Expressions</a:t>
          </a:r>
          <a:endParaRPr lang="en-US" dirty="0"/>
        </a:p>
      </dgm:t>
    </dgm:pt>
    <dgm:pt modelId="{74C0503B-2BB0-574C-A060-1C3BD734A907}" type="parTrans" cxnId="{B313C4F5-D2A4-EE4B-BFC6-299D38E2CAB7}">
      <dgm:prSet/>
      <dgm:spPr/>
      <dgm:t>
        <a:bodyPr/>
        <a:lstStyle/>
        <a:p>
          <a:endParaRPr lang="en-US"/>
        </a:p>
      </dgm:t>
    </dgm:pt>
    <dgm:pt modelId="{70FCAE89-DB10-2647-8CCB-8A8270AB5918}" type="sibTrans" cxnId="{B313C4F5-D2A4-EE4B-BFC6-299D38E2CAB7}">
      <dgm:prSet/>
      <dgm:spPr/>
      <dgm:t>
        <a:bodyPr/>
        <a:lstStyle/>
        <a:p>
          <a:endParaRPr lang="en-US"/>
        </a:p>
      </dgm:t>
    </dgm:pt>
    <dgm:pt modelId="{88EE80FA-FAC3-CC47-8BE0-89CAC9D5A9D7}">
      <dgm:prSet phldrT="[Text]"/>
      <dgm:spPr/>
      <dgm:t>
        <a:bodyPr/>
        <a:lstStyle/>
        <a:p>
          <a:r>
            <a:rPr lang="en-US" dirty="0" smtClean="0"/>
            <a:t>Primitives &amp; Names</a:t>
          </a:r>
          <a:endParaRPr lang="en-US" dirty="0"/>
        </a:p>
      </dgm:t>
    </dgm:pt>
    <dgm:pt modelId="{1EAEDDA6-C21F-C54F-BCD4-1FEC6B1D4026}" type="parTrans" cxnId="{AE664D26-BAFA-254F-BCB5-D73D70EE721F}">
      <dgm:prSet/>
      <dgm:spPr/>
      <dgm:t>
        <a:bodyPr/>
        <a:lstStyle/>
        <a:p>
          <a:endParaRPr lang="en-US"/>
        </a:p>
      </dgm:t>
    </dgm:pt>
    <dgm:pt modelId="{38F6D961-BE44-7C40-BFB8-D95D7A737F4C}" type="sibTrans" cxnId="{AE664D26-BAFA-254F-BCB5-D73D70EE721F}">
      <dgm:prSet/>
      <dgm:spPr/>
      <dgm:t>
        <a:bodyPr/>
        <a:lstStyle/>
        <a:p>
          <a:endParaRPr lang="en-US"/>
        </a:p>
      </dgm:t>
    </dgm:pt>
    <dgm:pt modelId="{C5F18694-3D9E-0649-BB36-A112B6B55A5C}">
      <dgm:prSet phldrT="[Text]"/>
      <dgm:spPr/>
      <dgm:t>
        <a:bodyPr/>
        <a:lstStyle/>
        <a:p>
          <a:r>
            <a:rPr lang="en-US" dirty="0" smtClean="0"/>
            <a:t>Call Expressions</a:t>
          </a:r>
          <a:endParaRPr lang="en-US" dirty="0"/>
        </a:p>
      </dgm:t>
    </dgm:pt>
    <dgm:pt modelId="{D0E7FB36-0BF3-D940-88FD-17E512292215}" type="parTrans" cxnId="{F081C360-8B3B-7A4B-844A-ABB1F8225EE2}">
      <dgm:prSet/>
      <dgm:spPr/>
      <dgm:t>
        <a:bodyPr/>
        <a:lstStyle/>
        <a:p>
          <a:endParaRPr lang="en-US"/>
        </a:p>
      </dgm:t>
    </dgm:pt>
    <dgm:pt modelId="{B6903C07-1546-DE49-9DCC-5F01D3736C69}" type="sibTrans" cxnId="{F081C360-8B3B-7A4B-844A-ABB1F8225EE2}">
      <dgm:prSet/>
      <dgm:spPr/>
      <dgm:t>
        <a:bodyPr/>
        <a:lstStyle/>
        <a:p>
          <a:endParaRPr lang="en-US"/>
        </a:p>
      </dgm:t>
    </dgm:pt>
    <dgm:pt modelId="{AA78DD90-8955-4D41-877C-CB699AA0E4A1}">
      <dgm:prSet phldrT="[Text]"/>
      <dgm:spPr/>
      <dgm:t>
        <a:bodyPr/>
        <a:lstStyle/>
        <a:p>
          <a:r>
            <a:rPr lang="en-US" dirty="0" smtClean="0"/>
            <a:t>Statements</a:t>
          </a:r>
          <a:endParaRPr lang="en-US" dirty="0"/>
        </a:p>
      </dgm:t>
    </dgm:pt>
    <dgm:pt modelId="{F0B4079F-E8B8-7443-978D-67761057CBA0}" type="parTrans" cxnId="{C49C9AE2-0783-A341-8FBF-9CCFC71B2A0F}">
      <dgm:prSet/>
      <dgm:spPr/>
      <dgm:t>
        <a:bodyPr/>
        <a:lstStyle/>
        <a:p>
          <a:endParaRPr lang="en-US"/>
        </a:p>
      </dgm:t>
    </dgm:pt>
    <dgm:pt modelId="{6F9DC83D-26A7-3F4F-A58C-B980D7C40125}" type="sibTrans" cxnId="{C49C9AE2-0783-A341-8FBF-9CCFC71B2A0F}">
      <dgm:prSet/>
      <dgm:spPr/>
      <dgm:t>
        <a:bodyPr/>
        <a:lstStyle/>
        <a:p>
          <a:endParaRPr lang="en-US"/>
        </a:p>
      </dgm:t>
    </dgm:pt>
    <dgm:pt modelId="{DDC1EB6F-70C9-E949-9B13-CA42B098D0F0}">
      <dgm:prSet phldrT="[Text]"/>
      <dgm:spPr/>
      <dgm:t>
        <a:bodyPr/>
        <a:lstStyle/>
        <a:p>
          <a:r>
            <a:rPr lang="en-US" dirty="0" smtClean="0"/>
            <a:t>e.g. return, </a:t>
          </a:r>
          <a:r>
            <a:rPr lang="en-US" dirty="0" err="1" smtClean="0"/>
            <a:t>def</a:t>
          </a:r>
          <a:r>
            <a:rPr lang="en-US" dirty="0" smtClean="0"/>
            <a:t>, if, while, for</a:t>
          </a:r>
          <a:endParaRPr lang="en-US" dirty="0"/>
        </a:p>
      </dgm:t>
    </dgm:pt>
    <dgm:pt modelId="{F45AE83A-D24A-2149-BC1F-048EE1A797FE}" type="parTrans" cxnId="{77AD8A96-91AA-D947-BE14-0E7DF0619E28}">
      <dgm:prSet/>
      <dgm:spPr/>
      <dgm:t>
        <a:bodyPr/>
        <a:lstStyle/>
        <a:p>
          <a:endParaRPr lang="en-US"/>
        </a:p>
      </dgm:t>
    </dgm:pt>
    <dgm:pt modelId="{9981BAB7-B2C0-B64B-BF6F-A2B3AD82016B}" type="sibTrans" cxnId="{77AD8A96-91AA-D947-BE14-0E7DF0619E28}">
      <dgm:prSet/>
      <dgm:spPr/>
      <dgm:t>
        <a:bodyPr/>
        <a:lstStyle/>
        <a:p>
          <a:endParaRPr lang="en-US"/>
        </a:p>
      </dgm:t>
    </dgm:pt>
    <dgm:pt modelId="{0CAED12F-9E54-314E-9F9B-4159B8CF93EE}" type="pres">
      <dgm:prSet presAssocID="{896C15FB-BBFE-DF44-BC8E-A50621F43A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C6A914-0596-F944-A8C3-0F28C2F1EBEC}" type="pres">
      <dgm:prSet presAssocID="{426D2BE0-56FC-754A-A5C1-5511D279BEC8}" presName="hierRoot1" presStyleCnt="0"/>
      <dgm:spPr/>
    </dgm:pt>
    <dgm:pt modelId="{9A5DC145-682B-884E-898F-A6BAAD422B11}" type="pres">
      <dgm:prSet presAssocID="{426D2BE0-56FC-754A-A5C1-5511D279BEC8}" presName="composite" presStyleCnt="0"/>
      <dgm:spPr/>
    </dgm:pt>
    <dgm:pt modelId="{5D2DFB99-2B4E-BD45-986D-D12E22B4879D}" type="pres">
      <dgm:prSet presAssocID="{426D2BE0-56FC-754A-A5C1-5511D279BEC8}" presName="background" presStyleLbl="node0" presStyleIdx="0" presStyleCnt="1"/>
      <dgm:spPr/>
    </dgm:pt>
    <dgm:pt modelId="{66534C1F-86F1-C147-9AD5-BF2EA8517EA1}" type="pres">
      <dgm:prSet presAssocID="{426D2BE0-56FC-754A-A5C1-5511D279BEC8}" presName="text" presStyleLbl="fgAcc0" presStyleIdx="0" presStyleCnt="1" custScaleX="242112">
        <dgm:presLayoutVars>
          <dgm:chPref val="3"/>
        </dgm:presLayoutVars>
      </dgm:prSet>
      <dgm:spPr/>
    </dgm:pt>
    <dgm:pt modelId="{B1BA872F-380E-8D45-908C-EC02DB5329ED}" type="pres">
      <dgm:prSet presAssocID="{426D2BE0-56FC-754A-A5C1-5511D279BEC8}" presName="hierChild2" presStyleCnt="0"/>
      <dgm:spPr/>
    </dgm:pt>
    <dgm:pt modelId="{B3168E83-41C7-C74B-82DA-70C0E0718B21}" type="pres">
      <dgm:prSet presAssocID="{74C0503B-2BB0-574C-A060-1C3BD734A907}" presName="Name10" presStyleLbl="parChTrans1D2" presStyleIdx="0" presStyleCnt="2"/>
      <dgm:spPr/>
    </dgm:pt>
    <dgm:pt modelId="{FAF65ECE-763A-D941-A8AA-0306CE5E99D7}" type="pres">
      <dgm:prSet presAssocID="{1F8398C6-E8E2-2A43-B765-5B6BF814AB61}" presName="hierRoot2" presStyleCnt="0"/>
      <dgm:spPr/>
    </dgm:pt>
    <dgm:pt modelId="{2F9BD8AA-3A56-C443-9306-E786D3A36BDD}" type="pres">
      <dgm:prSet presAssocID="{1F8398C6-E8E2-2A43-B765-5B6BF814AB61}" presName="composite2" presStyleCnt="0"/>
      <dgm:spPr/>
    </dgm:pt>
    <dgm:pt modelId="{CA514D33-D04E-2D4E-93AF-DD91EDA58CFF}" type="pres">
      <dgm:prSet presAssocID="{1F8398C6-E8E2-2A43-B765-5B6BF814AB61}" presName="background2" presStyleLbl="node2" presStyleIdx="0" presStyleCnt="2"/>
      <dgm:spPr/>
    </dgm:pt>
    <dgm:pt modelId="{DAF9868F-03DE-2F40-812F-2E9616A9FBC4}" type="pres">
      <dgm:prSet presAssocID="{1F8398C6-E8E2-2A43-B765-5B6BF814AB61}" presName="text2" presStyleLbl="fgAcc2" presStyleIdx="0" presStyleCnt="2" custScaleX="2124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411F93-878A-8E40-A92C-42A61CBF7495}" type="pres">
      <dgm:prSet presAssocID="{1F8398C6-E8E2-2A43-B765-5B6BF814AB61}" presName="hierChild3" presStyleCnt="0"/>
      <dgm:spPr/>
    </dgm:pt>
    <dgm:pt modelId="{DAD50BE0-A786-DA4B-A690-A31CB640B066}" type="pres">
      <dgm:prSet presAssocID="{1EAEDDA6-C21F-C54F-BCD4-1FEC6B1D4026}" presName="Name17" presStyleLbl="parChTrans1D3" presStyleIdx="0" presStyleCnt="3"/>
      <dgm:spPr/>
    </dgm:pt>
    <dgm:pt modelId="{1212B3F3-C1E7-6F43-94A4-6FB408FE6B2B}" type="pres">
      <dgm:prSet presAssocID="{88EE80FA-FAC3-CC47-8BE0-89CAC9D5A9D7}" presName="hierRoot3" presStyleCnt="0"/>
      <dgm:spPr/>
    </dgm:pt>
    <dgm:pt modelId="{A0A454A3-DE69-6B45-BC8C-386F2D4CC352}" type="pres">
      <dgm:prSet presAssocID="{88EE80FA-FAC3-CC47-8BE0-89CAC9D5A9D7}" presName="composite3" presStyleCnt="0"/>
      <dgm:spPr/>
    </dgm:pt>
    <dgm:pt modelId="{ED419612-D16C-A54E-9456-B205ADDB4491}" type="pres">
      <dgm:prSet presAssocID="{88EE80FA-FAC3-CC47-8BE0-89CAC9D5A9D7}" presName="background3" presStyleLbl="node3" presStyleIdx="0" presStyleCnt="3"/>
      <dgm:spPr/>
    </dgm:pt>
    <dgm:pt modelId="{4C95653C-231E-604B-B1FD-887C07246E3B}" type="pres">
      <dgm:prSet presAssocID="{88EE80FA-FAC3-CC47-8BE0-89CAC9D5A9D7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488213-4915-DE47-852A-2BD1F2E70E62}" type="pres">
      <dgm:prSet presAssocID="{88EE80FA-FAC3-CC47-8BE0-89CAC9D5A9D7}" presName="hierChild4" presStyleCnt="0"/>
      <dgm:spPr/>
    </dgm:pt>
    <dgm:pt modelId="{C8BCC030-4D3B-C741-9ECA-2ADBB646E5CD}" type="pres">
      <dgm:prSet presAssocID="{D0E7FB36-0BF3-D940-88FD-17E512292215}" presName="Name17" presStyleLbl="parChTrans1D3" presStyleIdx="1" presStyleCnt="3"/>
      <dgm:spPr/>
    </dgm:pt>
    <dgm:pt modelId="{136A0CD2-B0C4-984C-B085-312818B66620}" type="pres">
      <dgm:prSet presAssocID="{C5F18694-3D9E-0649-BB36-A112B6B55A5C}" presName="hierRoot3" presStyleCnt="0"/>
      <dgm:spPr/>
    </dgm:pt>
    <dgm:pt modelId="{5A7F474C-E616-4242-B466-B6C77C003F18}" type="pres">
      <dgm:prSet presAssocID="{C5F18694-3D9E-0649-BB36-A112B6B55A5C}" presName="composite3" presStyleCnt="0"/>
      <dgm:spPr/>
    </dgm:pt>
    <dgm:pt modelId="{39440E6B-8900-984B-B52F-A6806C19B4FE}" type="pres">
      <dgm:prSet presAssocID="{C5F18694-3D9E-0649-BB36-A112B6B55A5C}" presName="background3" presStyleLbl="node3" presStyleIdx="1" presStyleCnt="3"/>
      <dgm:spPr/>
    </dgm:pt>
    <dgm:pt modelId="{C328B7CA-8B2B-054F-B0B9-5045844EBC05}" type="pres">
      <dgm:prSet presAssocID="{C5F18694-3D9E-0649-BB36-A112B6B55A5C}" presName="text3" presStyleLbl="fgAcc3" presStyleIdx="1" presStyleCnt="3">
        <dgm:presLayoutVars>
          <dgm:chPref val="3"/>
        </dgm:presLayoutVars>
      </dgm:prSet>
      <dgm:spPr/>
    </dgm:pt>
    <dgm:pt modelId="{BA5BAB1B-6149-0A46-90D3-03DAC2B0BB75}" type="pres">
      <dgm:prSet presAssocID="{C5F18694-3D9E-0649-BB36-A112B6B55A5C}" presName="hierChild4" presStyleCnt="0"/>
      <dgm:spPr/>
    </dgm:pt>
    <dgm:pt modelId="{80E13E31-E8DD-2B4C-955C-47228656CFBF}" type="pres">
      <dgm:prSet presAssocID="{F0B4079F-E8B8-7443-978D-67761057CBA0}" presName="Name10" presStyleLbl="parChTrans1D2" presStyleIdx="1" presStyleCnt="2"/>
      <dgm:spPr/>
    </dgm:pt>
    <dgm:pt modelId="{EF88DE37-344D-664D-BC31-3C20D999A281}" type="pres">
      <dgm:prSet presAssocID="{AA78DD90-8955-4D41-877C-CB699AA0E4A1}" presName="hierRoot2" presStyleCnt="0"/>
      <dgm:spPr/>
    </dgm:pt>
    <dgm:pt modelId="{B2482198-16D9-F34B-BC8B-14C05DDB0B5E}" type="pres">
      <dgm:prSet presAssocID="{AA78DD90-8955-4D41-877C-CB699AA0E4A1}" presName="composite2" presStyleCnt="0"/>
      <dgm:spPr/>
    </dgm:pt>
    <dgm:pt modelId="{633F7160-1641-904C-8BE0-EC191F3AB64D}" type="pres">
      <dgm:prSet presAssocID="{AA78DD90-8955-4D41-877C-CB699AA0E4A1}" presName="background2" presStyleLbl="node2" presStyleIdx="1" presStyleCnt="2"/>
      <dgm:spPr/>
    </dgm:pt>
    <dgm:pt modelId="{DAB33AB7-198C-9840-AA86-C5CA809B23A9}" type="pres">
      <dgm:prSet presAssocID="{AA78DD90-8955-4D41-877C-CB699AA0E4A1}" presName="text2" presStyleLbl="fgAcc2" presStyleIdx="1" presStyleCnt="2" custScaleX="213648">
        <dgm:presLayoutVars>
          <dgm:chPref val="3"/>
        </dgm:presLayoutVars>
      </dgm:prSet>
      <dgm:spPr/>
    </dgm:pt>
    <dgm:pt modelId="{F73D537C-8004-764F-996F-3E59E3F61834}" type="pres">
      <dgm:prSet presAssocID="{AA78DD90-8955-4D41-877C-CB699AA0E4A1}" presName="hierChild3" presStyleCnt="0"/>
      <dgm:spPr/>
    </dgm:pt>
    <dgm:pt modelId="{5FF6DB52-AAA0-0C48-AC79-6816BAEC7790}" type="pres">
      <dgm:prSet presAssocID="{F45AE83A-D24A-2149-BC1F-048EE1A797FE}" presName="Name17" presStyleLbl="parChTrans1D3" presStyleIdx="2" presStyleCnt="3"/>
      <dgm:spPr/>
    </dgm:pt>
    <dgm:pt modelId="{0EC231D2-4FAD-E749-880F-E83FBFA9C1C2}" type="pres">
      <dgm:prSet presAssocID="{DDC1EB6F-70C9-E949-9B13-CA42B098D0F0}" presName="hierRoot3" presStyleCnt="0"/>
      <dgm:spPr/>
    </dgm:pt>
    <dgm:pt modelId="{88D045D2-C0DD-CF4A-946F-9BB5DF238F6B}" type="pres">
      <dgm:prSet presAssocID="{DDC1EB6F-70C9-E949-9B13-CA42B098D0F0}" presName="composite3" presStyleCnt="0"/>
      <dgm:spPr/>
    </dgm:pt>
    <dgm:pt modelId="{F1CFAAE1-6BBF-9846-9EE2-03A6F6FB84A3}" type="pres">
      <dgm:prSet presAssocID="{DDC1EB6F-70C9-E949-9B13-CA42B098D0F0}" presName="background3" presStyleLbl="node3" presStyleIdx="2" presStyleCnt="3"/>
      <dgm:spPr/>
    </dgm:pt>
    <dgm:pt modelId="{82E05FED-5C4D-DD46-B5CF-7B0A579BFB99}" type="pres">
      <dgm:prSet presAssocID="{DDC1EB6F-70C9-E949-9B13-CA42B098D0F0}" presName="text3" presStyleLbl="fgAcc3" presStyleIdx="2" presStyleCnt="3" custScaleX="22616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7E48EAA-83B1-CD44-97D6-D95F81C2328C}" type="pres">
      <dgm:prSet presAssocID="{DDC1EB6F-70C9-E949-9B13-CA42B098D0F0}" presName="hierChild4" presStyleCnt="0"/>
      <dgm:spPr/>
    </dgm:pt>
  </dgm:ptLst>
  <dgm:cxnLst>
    <dgm:cxn modelId="{A48A1877-1CC6-8F45-BBBC-0B16F6587338}" type="presOf" srcId="{F45AE83A-D24A-2149-BC1F-048EE1A797FE}" destId="{5FF6DB52-AAA0-0C48-AC79-6816BAEC7790}" srcOrd="0" destOrd="0" presId="urn:microsoft.com/office/officeart/2005/8/layout/hierarchy1"/>
    <dgm:cxn modelId="{E42DD806-B616-3744-A4AD-1B9577D984D9}" type="presOf" srcId="{896C15FB-BBFE-DF44-BC8E-A50621F43A8A}" destId="{0CAED12F-9E54-314E-9F9B-4159B8CF93EE}" srcOrd="0" destOrd="0" presId="urn:microsoft.com/office/officeart/2005/8/layout/hierarchy1"/>
    <dgm:cxn modelId="{C49C9AE2-0783-A341-8FBF-9CCFC71B2A0F}" srcId="{426D2BE0-56FC-754A-A5C1-5511D279BEC8}" destId="{AA78DD90-8955-4D41-877C-CB699AA0E4A1}" srcOrd="1" destOrd="0" parTransId="{F0B4079F-E8B8-7443-978D-67761057CBA0}" sibTransId="{6F9DC83D-26A7-3F4F-A58C-B980D7C40125}"/>
    <dgm:cxn modelId="{B313C4F5-D2A4-EE4B-BFC6-299D38E2CAB7}" srcId="{426D2BE0-56FC-754A-A5C1-5511D279BEC8}" destId="{1F8398C6-E8E2-2A43-B765-5B6BF814AB61}" srcOrd="0" destOrd="0" parTransId="{74C0503B-2BB0-574C-A060-1C3BD734A907}" sibTransId="{70FCAE89-DB10-2647-8CCB-8A8270AB5918}"/>
    <dgm:cxn modelId="{1F67A7EF-1A2C-6E44-8F0A-A97C8311E11B}" type="presOf" srcId="{C5F18694-3D9E-0649-BB36-A112B6B55A5C}" destId="{C328B7CA-8B2B-054F-B0B9-5045844EBC05}" srcOrd="0" destOrd="0" presId="urn:microsoft.com/office/officeart/2005/8/layout/hierarchy1"/>
    <dgm:cxn modelId="{77AD8A96-91AA-D947-BE14-0E7DF0619E28}" srcId="{AA78DD90-8955-4D41-877C-CB699AA0E4A1}" destId="{DDC1EB6F-70C9-E949-9B13-CA42B098D0F0}" srcOrd="0" destOrd="0" parTransId="{F45AE83A-D24A-2149-BC1F-048EE1A797FE}" sibTransId="{9981BAB7-B2C0-B64B-BF6F-A2B3AD82016B}"/>
    <dgm:cxn modelId="{EC53058C-2B38-0748-94E8-EE9058B80C5B}" type="presOf" srcId="{74C0503B-2BB0-574C-A060-1C3BD734A907}" destId="{B3168E83-41C7-C74B-82DA-70C0E0718B21}" srcOrd="0" destOrd="0" presId="urn:microsoft.com/office/officeart/2005/8/layout/hierarchy1"/>
    <dgm:cxn modelId="{51ED6AD4-DCCF-8C4E-A43F-09BFAC6C7C8F}" type="presOf" srcId="{88EE80FA-FAC3-CC47-8BE0-89CAC9D5A9D7}" destId="{4C95653C-231E-604B-B1FD-887C07246E3B}" srcOrd="0" destOrd="0" presId="urn:microsoft.com/office/officeart/2005/8/layout/hierarchy1"/>
    <dgm:cxn modelId="{E0FC7429-2B08-3141-A61A-A8873B3B0C5E}" srcId="{896C15FB-BBFE-DF44-BC8E-A50621F43A8A}" destId="{426D2BE0-56FC-754A-A5C1-5511D279BEC8}" srcOrd="0" destOrd="0" parTransId="{05191421-9D7A-CD41-BCB7-85E07B38FC64}" sibTransId="{27471428-4A9F-C040-9F55-E299F7776577}"/>
    <dgm:cxn modelId="{46CC0FB7-66A3-2B43-B8A6-F8B3CECC9178}" type="presOf" srcId="{1EAEDDA6-C21F-C54F-BCD4-1FEC6B1D4026}" destId="{DAD50BE0-A786-DA4B-A690-A31CB640B066}" srcOrd="0" destOrd="0" presId="urn:microsoft.com/office/officeart/2005/8/layout/hierarchy1"/>
    <dgm:cxn modelId="{521A9A50-681F-B64D-9E03-0F779D4B93CE}" type="presOf" srcId="{D0E7FB36-0BF3-D940-88FD-17E512292215}" destId="{C8BCC030-4D3B-C741-9ECA-2ADBB646E5CD}" srcOrd="0" destOrd="0" presId="urn:microsoft.com/office/officeart/2005/8/layout/hierarchy1"/>
    <dgm:cxn modelId="{D4495B0C-9DA4-B440-9361-91BBD2990FFF}" type="presOf" srcId="{F0B4079F-E8B8-7443-978D-67761057CBA0}" destId="{80E13E31-E8DD-2B4C-955C-47228656CFBF}" srcOrd="0" destOrd="0" presId="urn:microsoft.com/office/officeart/2005/8/layout/hierarchy1"/>
    <dgm:cxn modelId="{51E2DAC8-3FCC-434F-8C6F-D9C0D1ABE8B4}" type="presOf" srcId="{426D2BE0-56FC-754A-A5C1-5511D279BEC8}" destId="{66534C1F-86F1-C147-9AD5-BF2EA8517EA1}" srcOrd="0" destOrd="0" presId="urn:microsoft.com/office/officeart/2005/8/layout/hierarchy1"/>
    <dgm:cxn modelId="{AE664D26-BAFA-254F-BCB5-D73D70EE721F}" srcId="{1F8398C6-E8E2-2A43-B765-5B6BF814AB61}" destId="{88EE80FA-FAC3-CC47-8BE0-89CAC9D5A9D7}" srcOrd="0" destOrd="0" parTransId="{1EAEDDA6-C21F-C54F-BCD4-1FEC6B1D4026}" sibTransId="{38F6D961-BE44-7C40-BFB8-D95D7A737F4C}"/>
    <dgm:cxn modelId="{78AC0060-7E80-FB47-8055-64E8FE77A73F}" type="presOf" srcId="{1F8398C6-E8E2-2A43-B765-5B6BF814AB61}" destId="{DAF9868F-03DE-2F40-812F-2E9616A9FBC4}" srcOrd="0" destOrd="0" presId="urn:microsoft.com/office/officeart/2005/8/layout/hierarchy1"/>
    <dgm:cxn modelId="{AF548AFD-78BA-D443-A513-9D536BEF2F23}" type="presOf" srcId="{DDC1EB6F-70C9-E949-9B13-CA42B098D0F0}" destId="{82E05FED-5C4D-DD46-B5CF-7B0A579BFB99}" srcOrd="0" destOrd="0" presId="urn:microsoft.com/office/officeart/2005/8/layout/hierarchy1"/>
    <dgm:cxn modelId="{617DEAC1-92BE-5B4E-84C1-09F0B4562B8F}" type="presOf" srcId="{AA78DD90-8955-4D41-877C-CB699AA0E4A1}" destId="{DAB33AB7-198C-9840-AA86-C5CA809B23A9}" srcOrd="0" destOrd="0" presId="urn:microsoft.com/office/officeart/2005/8/layout/hierarchy1"/>
    <dgm:cxn modelId="{F081C360-8B3B-7A4B-844A-ABB1F8225EE2}" srcId="{1F8398C6-E8E2-2A43-B765-5B6BF814AB61}" destId="{C5F18694-3D9E-0649-BB36-A112B6B55A5C}" srcOrd="1" destOrd="0" parTransId="{D0E7FB36-0BF3-D940-88FD-17E512292215}" sibTransId="{B6903C07-1546-DE49-9DCC-5F01D3736C69}"/>
    <dgm:cxn modelId="{4F6D7AFC-ECA8-3549-BAB1-CBF238032D10}" type="presParOf" srcId="{0CAED12F-9E54-314E-9F9B-4159B8CF93EE}" destId="{FBC6A914-0596-F944-A8C3-0F28C2F1EBEC}" srcOrd="0" destOrd="0" presId="urn:microsoft.com/office/officeart/2005/8/layout/hierarchy1"/>
    <dgm:cxn modelId="{54D0A0AC-9650-8F42-84D5-13EE1EB46A6B}" type="presParOf" srcId="{FBC6A914-0596-F944-A8C3-0F28C2F1EBEC}" destId="{9A5DC145-682B-884E-898F-A6BAAD422B11}" srcOrd="0" destOrd="0" presId="urn:microsoft.com/office/officeart/2005/8/layout/hierarchy1"/>
    <dgm:cxn modelId="{D62D8FE5-3552-AA47-B1DC-3C4CC3D8E463}" type="presParOf" srcId="{9A5DC145-682B-884E-898F-A6BAAD422B11}" destId="{5D2DFB99-2B4E-BD45-986D-D12E22B4879D}" srcOrd="0" destOrd="0" presId="urn:microsoft.com/office/officeart/2005/8/layout/hierarchy1"/>
    <dgm:cxn modelId="{8B7A57E9-BDDF-4840-8944-49B31F0AEDAE}" type="presParOf" srcId="{9A5DC145-682B-884E-898F-A6BAAD422B11}" destId="{66534C1F-86F1-C147-9AD5-BF2EA8517EA1}" srcOrd="1" destOrd="0" presId="urn:microsoft.com/office/officeart/2005/8/layout/hierarchy1"/>
    <dgm:cxn modelId="{BCCB2C3E-7575-BE40-9FB8-40D1DD9B64B2}" type="presParOf" srcId="{FBC6A914-0596-F944-A8C3-0F28C2F1EBEC}" destId="{B1BA872F-380E-8D45-908C-EC02DB5329ED}" srcOrd="1" destOrd="0" presId="urn:microsoft.com/office/officeart/2005/8/layout/hierarchy1"/>
    <dgm:cxn modelId="{750A6164-9B05-0A43-872E-9F21750A290D}" type="presParOf" srcId="{B1BA872F-380E-8D45-908C-EC02DB5329ED}" destId="{B3168E83-41C7-C74B-82DA-70C0E0718B21}" srcOrd="0" destOrd="0" presId="urn:microsoft.com/office/officeart/2005/8/layout/hierarchy1"/>
    <dgm:cxn modelId="{35A70915-FCAE-A447-AFDB-DB9E87B38185}" type="presParOf" srcId="{B1BA872F-380E-8D45-908C-EC02DB5329ED}" destId="{FAF65ECE-763A-D941-A8AA-0306CE5E99D7}" srcOrd="1" destOrd="0" presId="urn:microsoft.com/office/officeart/2005/8/layout/hierarchy1"/>
    <dgm:cxn modelId="{B9C94FDB-84DF-AC46-9846-DD04FAA3F313}" type="presParOf" srcId="{FAF65ECE-763A-D941-A8AA-0306CE5E99D7}" destId="{2F9BD8AA-3A56-C443-9306-E786D3A36BDD}" srcOrd="0" destOrd="0" presId="urn:microsoft.com/office/officeart/2005/8/layout/hierarchy1"/>
    <dgm:cxn modelId="{6DE8B27D-9FD2-A54E-BA3B-05949AECB2B7}" type="presParOf" srcId="{2F9BD8AA-3A56-C443-9306-E786D3A36BDD}" destId="{CA514D33-D04E-2D4E-93AF-DD91EDA58CFF}" srcOrd="0" destOrd="0" presId="urn:microsoft.com/office/officeart/2005/8/layout/hierarchy1"/>
    <dgm:cxn modelId="{23FBA4CA-373F-6446-A127-AF2673965A18}" type="presParOf" srcId="{2F9BD8AA-3A56-C443-9306-E786D3A36BDD}" destId="{DAF9868F-03DE-2F40-812F-2E9616A9FBC4}" srcOrd="1" destOrd="0" presId="urn:microsoft.com/office/officeart/2005/8/layout/hierarchy1"/>
    <dgm:cxn modelId="{E58405B2-FD66-CD4A-B4D9-5FED4BC37557}" type="presParOf" srcId="{FAF65ECE-763A-D941-A8AA-0306CE5E99D7}" destId="{F8411F93-878A-8E40-A92C-42A61CBF7495}" srcOrd="1" destOrd="0" presId="urn:microsoft.com/office/officeart/2005/8/layout/hierarchy1"/>
    <dgm:cxn modelId="{EB54FF23-717D-1945-AF6E-95C017759873}" type="presParOf" srcId="{F8411F93-878A-8E40-A92C-42A61CBF7495}" destId="{DAD50BE0-A786-DA4B-A690-A31CB640B066}" srcOrd="0" destOrd="0" presId="urn:microsoft.com/office/officeart/2005/8/layout/hierarchy1"/>
    <dgm:cxn modelId="{3DBA11E2-0BE3-5E4F-A218-7E3640715DB6}" type="presParOf" srcId="{F8411F93-878A-8E40-A92C-42A61CBF7495}" destId="{1212B3F3-C1E7-6F43-94A4-6FB408FE6B2B}" srcOrd="1" destOrd="0" presId="urn:microsoft.com/office/officeart/2005/8/layout/hierarchy1"/>
    <dgm:cxn modelId="{F58347C9-7B0F-7C49-A98D-DE0833753147}" type="presParOf" srcId="{1212B3F3-C1E7-6F43-94A4-6FB408FE6B2B}" destId="{A0A454A3-DE69-6B45-BC8C-386F2D4CC352}" srcOrd="0" destOrd="0" presId="urn:microsoft.com/office/officeart/2005/8/layout/hierarchy1"/>
    <dgm:cxn modelId="{65BD8B75-1037-B44C-9F7D-A8D6636568D7}" type="presParOf" srcId="{A0A454A3-DE69-6B45-BC8C-386F2D4CC352}" destId="{ED419612-D16C-A54E-9456-B205ADDB4491}" srcOrd="0" destOrd="0" presId="urn:microsoft.com/office/officeart/2005/8/layout/hierarchy1"/>
    <dgm:cxn modelId="{4CC0F320-82DF-E949-8BBD-03EE7F321687}" type="presParOf" srcId="{A0A454A3-DE69-6B45-BC8C-386F2D4CC352}" destId="{4C95653C-231E-604B-B1FD-887C07246E3B}" srcOrd="1" destOrd="0" presId="urn:microsoft.com/office/officeart/2005/8/layout/hierarchy1"/>
    <dgm:cxn modelId="{FF7D5B13-D0B9-9B4C-A698-4C1654225A03}" type="presParOf" srcId="{1212B3F3-C1E7-6F43-94A4-6FB408FE6B2B}" destId="{DF488213-4915-DE47-852A-2BD1F2E70E62}" srcOrd="1" destOrd="0" presId="urn:microsoft.com/office/officeart/2005/8/layout/hierarchy1"/>
    <dgm:cxn modelId="{B75896F5-2D62-A443-B9AA-D18205D7CADF}" type="presParOf" srcId="{F8411F93-878A-8E40-A92C-42A61CBF7495}" destId="{C8BCC030-4D3B-C741-9ECA-2ADBB646E5CD}" srcOrd="2" destOrd="0" presId="urn:microsoft.com/office/officeart/2005/8/layout/hierarchy1"/>
    <dgm:cxn modelId="{57B9CF06-09F3-764A-98DB-14FAEAA4F09E}" type="presParOf" srcId="{F8411F93-878A-8E40-A92C-42A61CBF7495}" destId="{136A0CD2-B0C4-984C-B085-312818B66620}" srcOrd="3" destOrd="0" presId="urn:microsoft.com/office/officeart/2005/8/layout/hierarchy1"/>
    <dgm:cxn modelId="{9D57A0D4-3556-9B41-8241-B88D94114A00}" type="presParOf" srcId="{136A0CD2-B0C4-984C-B085-312818B66620}" destId="{5A7F474C-E616-4242-B466-B6C77C003F18}" srcOrd="0" destOrd="0" presId="urn:microsoft.com/office/officeart/2005/8/layout/hierarchy1"/>
    <dgm:cxn modelId="{9FE2BFF7-CF33-BA45-9B1B-F464AFAFE653}" type="presParOf" srcId="{5A7F474C-E616-4242-B466-B6C77C003F18}" destId="{39440E6B-8900-984B-B52F-A6806C19B4FE}" srcOrd="0" destOrd="0" presId="urn:microsoft.com/office/officeart/2005/8/layout/hierarchy1"/>
    <dgm:cxn modelId="{D12D8DB5-C47E-BD44-8F55-2098351D6E27}" type="presParOf" srcId="{5A7F474C-E616-4242-B466-B6C77C003F18}" destId="{C328B7CA-8B2B-054F-B0B9-5045844EBC05}" srcOrd="1" destOrd="0" presId="urn:microsoft.com/office/officeart/2005/8/layout/hierarchy1"/>
    <dgm:cxn modelId="{BB5F2F6F-2557-2A41-AB3D-EFCA1AE58882}" type="presParOf" srcId="{136A0CD2-B0C4-984C-B085-312818B66620}" destId="{BA5BAB1B-6149-0A46-90D3-03DAC2B0BB75}" srcOrd="1" destOrd="0" presId="urn:microsoft.com/office/officeart/2005/8/layout/hierarchy1"/>
    <dgm:cxn modelId="{AA4998E1-09D4-5B48-B0F2-A50EF988EE2A}" type="presParOf" srcId="{B1BA872F-380E-8D45-908C-EC02DB5329ED}" destId="{80E13E31-E8DD-2B4C-955C-47228656CFBF}" srcOrd="2" destOrd="0" presId="urn:microsoft.com/office/officeart/2005/8/layout/hierarchy1"/>
    <dgm:cxn modelId="{15DCC293-2B3A-744A-BD82-C962CFA7972C}" type="presParOf" srcId="{B1BA872F-380E-8D45-908C-EC02DB5329ED}" destId="{EF88DE37-344D-664D-BC31-3C20D999A281}" srcOrd="3" destOrd="0" presId="urn:microsoft.com/office/officeart/2005/8/layout/hierarchy1"/>
    <dgm:cxn modelId="{1B2011FE-705F-B84A-ACD4-B1B5530B485A}" type="presParOf" srcId="{EF88DE37-344D-664D-BC31-3C20D999A281}" destId="{B2482198-16D9-F34B-BC8B-14C05DDB0B5E}" srcOrd="0" destOrd="0" presId="urn:microsoft.com/office/officeart/2005/8/layout/hierarchy1"/>
    <dgm:cxn modelId="{1BF8E772-F96F-BF44-BB95-DA938297A395}" type="presParOf" srcId="{B2482198-16D9-F34B-BC8B-14C05DDB0B5E}" destId="{633F7160-1641-904C-8BE0-EC191F3AB64D}" srcOrd="0" destOrd="0" presId="urn:microsoft.com/office/officeart/2005/8/layout/hierarchy1"/>
    <dgm:cxn modelId="{4DEB1E20-9D0D-BB41-B129-61C892398806}" type="presParOf" srcId="{B2482198-16D9-F34B-BC8B-14C05DDB0B5E}" destId="{DAB33AB7-198C-9840-AA86-C5CA809B23A9}" srcOrd="1" destOrd="0" presId="urn:microsoft.com/office/officeart/2005/8/layout/hierarchy1"/>
    <dgm:cxn modelId="{BB58B174-5D28-714B-B1B5-6861D5C82F20}" type="presParOf" srcId="{EF88DE37-344D-664D-BC31-3C20D999A281}" destId="{F73D537C-8004-764F-996F-3E59E3F61834}" srcOrd="1" destOrd="0" presId="urn:microsoft.com/office/officeart/2005/8/layout/hierarchy1"/>
    <dgm:cxn modelId="{E3DDEC57-A0E9-8E4E-B6FB-01937DE43E00}" type="presParOf" srcId="{F73D537C-8004-764F-996F-3E59E3F61834}" destId="{5FF6DB52-AAA0-0C48-AC79-6816BAEC7790}" srcOrd="0" destOrd="0" presId="urn:microsoft.com/office/officeart/2005/8/layout/hierarchy1"/>
    <dgm:cxn modelId="{3808BAEE-27B0-C74E-B910-724BDA811F4F}" type="presParOf" srcId="{F73D537C-8004-764F-996F-3E59E3F61834}" destId="{0EC231D2-4FAD-E749-880F-E83FBFA9C1C2}" srcOrd="1" destOrd="0" presId="urn:microsoft.com/office/officeart/2005/8/layout/hierarchy1"/>
    <dgm:cxn modelId="{7C11CD68-2307-A84F-8FB2-07ABC11713CE}" type="presParOf" srcId="{0EC231D2-4FAD-E749-880F-E83FBFA9C1C2}" destId="{88D045D2-C0DD-CF4A-946F-9BB5DF238F6B}" srcOrd="0" destOrd="0" presId="urn:microsoft.com/office/officeart/2005/8/layout/hierarchy1"/>
    <dgm:cxn modelId="{13C426EB-4B62-1F40-89D1-F9D91055C2D8}" type="presParOf" srcId="{88D045D2-C0DD-CF4A-946F-9BB5DF238F6B}" destId="{F1CFAAE1-6BBF-9846-9EE2-03A6F6FB84A3}" srcOrd="0" destOrd="0" presId="urn:microsoft.com/office/officeart/2005/8/layout/hierarchy1"/>
    <dgm:cxn modelId="{E59AAF17-00E4-C742-A1AF-36C9C0D63C3C}" type="presParOf" srcId="{88D045D2-C0DD-CF4A-946F-9BB5DF238F6B}" destId="{82E05FED-5C4D-DD46-B5CF-7B0A579BFB99}" srcOrd="1" destOrd="0" presId="urn:microsoft.com/office/officeart/2005/8/layout/hierarchy1"/>
    <dgm:cxn modelId="{F0FD1D03-2E96-0147-B8EB-7F46D2FFA5B3}" type="presParOf" srcId="{0EC231D2-4FAD-E749-880F-E83FBFA9C1C2}" destId="{67E48EAA-83B1-CD44-97D6-D95F81C232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6C15FB-BBFE-DF44-BC8E-A50621F43A8A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6D2BE0-56FC-754A-A5C1-5511D279BEC8}">
      <dgm:prSet phldrT="[Text]"/>
      <dgm:spPr/>
      <dgm:t>
        <a:bodyPr/>
        <a:lstStyle/>
        <a:p>
          <a:r>
            <a:rPr lang="en-US" dirty="0" smtClean="0"/>
            <a:t>Computer Program</a:t>
          </a:r>
        </a:p>
        <a:p>
          <a:r>
            <a:rPr lang="en-US" dirty="0" smtClean="0"/>
            <a:t>Line of code</a:t>
          </a:r>
          <a:endParaRPr lang="en-US" dirty="0"/>
        </a:p>
      </dgm:t>
    </dgm:pt>
    <dgm:pt modelId="{05191421-9D7A-CD41-BCB7-85E07B38FC64}" type="parTrans" cxnId="{E0FC7429-2B08-3141-A61A-A8873B3B0C5E}">
      <dgm:prSet/>
      <dgm:spPr/>
      <dgm:t>
        <a:bodyPr/>
        <a:lstStyle/>
        <a:p>
          <a:endParaRPr lang="en-US"/>
        </a:p>
      </dgm:t>
    </dgm:pt>
    <dgm:pt modelId="{27471428-4A9F-C040-9F55-E299F7776577}" type="sibTrans" cxnId="{E0FC7429-2B08-3141-A61A-A8873B3B0C5E}">
      <dgm:prSet/>
      <dgm:spPr/>
      <dgm:t>
        <a:bodyPr/>
        <a:lstStyle/>
        <a:p>
          <a:endParaRPr lang="en-US"/>
        </a:p>
      </dgm:t>
    </dgm:pt>
    <dgm:pt modelId="{1F8398C6-E8E2-2A43-B765-5B6BF814AB61}">
      <dgm:prSet phldrT="[Text]"/>
      <dgm:spPr/>
      <dgm:t>
        <a:bodyPr/>
        <a:lstStyle/>
        <a:p>
          <a:r>
            <a:rPr lang="en-US" dirty="0" smtClean="0"/>
            <a:t>Expressions</a:t>
          </a:r>
          <a:endParaRPr lang="en-US" dirty="0"/>
        </a:p>
      </dgm:t>
    </dgm:pt>
    <dgm:pt modelId="{74C0503B-2BB0-574C-A060-1C3BD734A907}" type="parTrans" cxnId="{B313C4F5-D2A4-EE4B-BFC6-299D38E2CAB7}">
      <dgm:prSet/>
      <dgm:spPr/>
      <dgm:t>
        <a:bodyPr/>
        <a:lstStyle/>
        <a:p>
          <a:endParaRPr lang="en-US"/>
        </a:p>
      </dgm:t>
    </dgm:pt>
    <dgm:pt modelId="{70FCAE89-DB10-2647-8CCB-8A8270AB5918}" type="sibTrans" cxnId="{B313C4F5-D2A4-EE4B-BFC6-299D38E2CAB7}">
      <dgm:prSet/>
      <dgm:spPr/>
      <dgm:t>
        <a:bodyPr/>
        <a:lstStyle/>
        <a:p>
          <a:endParaRPr lang="en-US"/>
        </a:p>
      </dgm:t>
    </dgm:pt>
    <dgm:pt modelId="{88EE80FA-FAC3-CC47-8BE0-89CAC9D5A9D7}">
      <dgm:prSet phldrT="[Text]"/>
      <dgm:spPr/>
      <dgm:t>
        <a:bodyPr/>
        <a:lstStyle/>
        <a:p>
          <a:r>
            <a:rPr lang="en-US" dirty="0" smtClean="0"/>
            <a:t>Primitives &amp; Names</a:t>
          </a:r>
          <a:endParaRPr lang="en-US" dirty="0"/>
        </a:p>
      </dgm:t>
    </dgm:pt>
    <dgm:pt modelId="{1EAEDDA6-C21F-C54F-BCD4-1FEC6B1D4026}" type="parTrans" cxnId="{AE664D26-BAFA-254F-BCB5-D73D70EE721F}">
      <dgm:prSet/>
      <dgm:spPr/>
      <dgm:t>
        <a:bodyPr/>
        <a:lstStyle/>
        <a:p>
          <a:endParaRPr lang="en-US"/>
        </a:p>
      </dgm:t>
    </dgm:pt>
    <dgm:pt modelId="{38F6D961-BE44-7C40-BFB8-D95D7A737F4C}" type="sibTrans" cxnId="{AE664D26-BAFA-254F-BCB5-D73D70EE721F}">
      <dgm:prSet/>
      <dgm:spPr/>
      <dgm:t>
        <a:bodyPr/>
        <a:lstStyle/>
        <a:p>
          <a:endParaRPr lang="en-US"/>
        </a:p>
      </dgm:t>
    </dgm:pt>
    <dgm:pt modelId="{C5F18694-3D9E-0649-BB36-A112B6B55A5C}">
      <dgm:prSet phldrT="[Text]"/>
      <dgm:spPr/>
      <dgm:t>
        <a:bodyPr/>
        <a:lstStyle/>
        <a:p>
          <a:r>
            <a:rPr lang="en-US" dirty="0" smtClean="0"/>
            <a:t>Call Expressions</a:t>
          </a:r>
          <a:endParaRPr lang="en-US" dirty="0"/>
        </a:p>
      </dgm:t>
    </dgm:pt>
    <dgm:pt modelId="{D0E7FB36-0BF3-D940-88FD-17E512292215}" type="parTrans" cxnId="{F081C360-8B3B-7A4B-844A-ABB1F8225EE2}">
      <dgm:prSet/>
      <dgm:spPr/>
      <dgm:t>
        <a:bodyPr/>
        <a:lstStyle/>
        <a:p>
          <a:endParaRPr lang="en-US"/>
        </a:p>
      </dgm:t>
    </dgm:pt>
    <dgm:pt modelId="{B6903C07-1546-DE49-9DCC-5F01D3736C69}" type="sibTrans" cxnId="{F081C360-8B3B-7A4B-844A-ABB1F8225EE2}">
      <dgm:prSet/>
      <dgm:spPr/>
      <dgm:t>
        <a:bodyPr/>
        <a:lstStyle/>
        <a:p>
          <a:endParaRPr lang="en-US"/>
        </a:p>
      </dgm:t>
    </dgm:pt>
    <dgm:pt modelId="{AA78DD90-8955-4D41-877C-CB699AA0E4A1}">
      <dgm:prSet phldrT="[Text]"/>
      <dgm:spPr/>
      <dgm:t>
        <a:bodyPr/>
        <a:lstStyle/>
        <a:p>
          <a:r>
            <a:rPr lang="en-US" dirty="0" smtClean="0"/>
            <a:t>Statements</a:t>
          </a:r>
          <a:endParaRPr lang="en-US" dirty="0"/>
        </a:p>
      </dgm:t>
    </dgm:pt>
    <dgm:pt modelId="{F0B4079F-E8B8-7443-978D-67761057CBA0}" type="parTrans" cxnId="{C49C9AE2-0783-A341-8FBF-9CCFC71B2A0F}">
      <dgm:prSet/>
      <dgm:spPr/>
      <dgm:t>
        <a:bodyPr/>
        <a:lstStyle/>
        <a:p>
          <a:endParaRPr lang="en-US"/>
        </a:p>
      </dgm:t>
    </dgm:pt>
    <dgm:pt modelId="{6F9DC83D-26A7-3F4F-A58C-B980D7C40125}" type="sibTrans" cxnId="{C49C9AE2-0783-A341-8FBF-9CCFC71B2A0F}">
      <dgm:prSet/>
      <dgm:spPr/>
      <dgm:t>
        <a:bodyPr/>
        <a:lstStyle/>
        <a:p>
          <a:endParaRPr lang="en-US"/>
        </a:p>
      </dgm:t>
    </dgm:pt>
    <dgm:pt modelId="{DDC1EB6F-70C9-E949-9B13-CA42B098D0F0}">
      <dgm:prSet phldrT="[Text]"/>
      <dgm:spPr/>
      <dgm:t>
        <a:bodyPr/>
        <a:lstStyle/>
        <a:p>
          <a:r>
            <a:rPr lang="en-US" dirty="0" smtClean="0"/>
            <a:t>e.g. return, </a:t>
          </a:r>
          <a:r>
            <a:rPr lang="en-US" dirty="0" err="1" smtClean="0"/>
            <a:t>def</a:t>
          </a:r>
          <a:r>
            <a:rPr lang="en-US" dirty="0" smtClean="0"/>
            <a:t>, if, while, for</a:t>
          </a:r>
          <a:endParaRPr lang="en-US" dirty="0"/>
        </a:p>
      </dgm:t>
    </dgm:pt>
    <dgm:pt modelId="{F45AE83A-D24A-2149-BC1F-048EE1A797FE}" type="parTrans" cxnId="{77AD8A96-91AA-D947-BE14-0E7DF0619E28}">
      <dgm:prSet/>
      <dgm:spPr/>
      <dgm:t>
        <a:bodyPr/>
        <a:lstStyle/>
        <a:p>
          <a:endParaRPr lang="en-US"/>
        </a:p>
      </dgm:t>
    </dgm:pt>
    <dgm:pt modelId="{9981BAB7-B2C0-B64B-BF6F-A2B3AD82016B}" type="sibTrans" cxnId="{77AD8A96-91AA-D947-BE14-0E7DF0619E28}">
      <dgm:prSet/>
      <dgm:spPr/>
      <dgm:t>
        <a:bodyPr/>
        <a:lstStyle/>
        <a:p>
          <a:endParaRPr lang="en-US"/>
        </a:p>
      </dgm:t>
    </dgm:pt>
    <dgm:pt modelId="{0CAED12F-9E54-314E-9F9B-4159B8CF93EE}" type="pres">
      <dgm:prSet presAssocID="{896C15FB-BBFE-DF44-BC8E-A50621F43A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C6A914-0596-F944-A8C3-0F28C2F1EBEC}" type="pres">
      <dgm:prSet presAssocID="{426D2BE0-56FC-754A-A5C1-5511D279BEC8}" presName="hierRoot1" presStyleCnt="0"/>
      <dgm:spPr/>
    </dgm:pt>
    <dgm:pt modelId="{9A5DC145-682B-884E-898F-A6BAAD422B11}" type="pres">
      <dgm:prSet presAssocID="{426D2BE0-56FC-754A-A5C1-5511D279BEC8}" presName="composite" presStyleCnt="0"/>
      <dgm:spPr/>
    </dgm:pt>
    <dgm:pt modelId="{5D2DFB99-2B4E-BD45-986D-D12E22B4879D}" type="pres">
      <dgm:prSet presAssocID="{426D2BE0-56FC-754A-A5C1-5511D279BEC8}" presName="background" presStyleLbl="node0" presStyleIdx="0" presStyleCnt="1"/>
      <dgm:spPr/>
    </dgm:pt>
    <dgm:pt modelId="{66534C1F-86F1-C147-9AD5-BF2EA8517EA1}" type="pres">
      <dgm:prSet presAssocID="{426D2BE0-56FC-754A-A5C1-5511D279BEC8}" presName="text" presStyleLbl="fgAcc0" presStyleIdx="0" presStyleCnt="1" custScaleX="242112">
        <dgm:presLayoutVars>
          <dgm:chPref val="3"/>
        </dgm:presLayoutVars>
      </dgm:prSet>
      <dgm:spPr/>
    </dgm:pt>
    <dgm:pt modelId="{B1BA872F-380E-8D45-908C-EC02DB5329ED}" type="pres">
      <dgm:prSet presAssocID="{426D2BE0-56FC-754A-A5C1-5511D279BEC8}" presName="hierChild2" presStyleCnt="0"/>
      <dgm:spPr/>
    </dgm:pt>
    <dgm:pt modelId="{B3168E83-41C7-C74B-82DA-70C0E0718B21}" type="pres">
      <dgm:prSet presAssocID="{74C0503B-2BB0-574C-A060-1C3BD734A907}" presName="Name10" presStyleLbl="parChTrans1D2" presStyleIdx="0" presStyleCnt="2"/>
      <dgm:spPr/>
    </dgm:pt>
    <dgm:pt modelId="{FAF65ECE-763A-D941-A8AA-0306CE5E99D7}" type="pres">
      <dgm:prSet presAssocID="{1F8398C6-E8E2-2A43-B765-5B6BF814AB61}" presName="hierRoot2" presStyleCnt="0"/>
      <dgm:spPr/>
    </dgm:pt>
    <dgm:pt modelId="{2F9BD8AA-3A56-C443-9306-E786D3A36BDD}" type="pres">
      <dgm:prSet presAssocID="{1F8398C6-E8E2-2A43-B765-5B6BF814AB61}" presName="composite2" presStyleCnt="0"/>
      <dgm:spPr/>
    </dgm:pt>
    <dgm:pt modelId="{CA514D33-D04E-2D4E-93AF-DD91EDA58CFF}" type="pres">
      <dgm:prSet presAssocID="{1F8398C6-E8E2-2A43-B765-5B6BF814AB61}" presName="background2" presStyleLbl="node2" presStyleIdx="0" presStyleCnt="2"/>
      <dgm:spPr/>
    </dgm:pt>
    <dgm:pt modelId="{DAF9868F-03DE-2F40-812F-2E9616A9FBC4}" type="pres">
      <dgm:prSet presAssocID="{1F8398C6-E8E2-2A43-B765-5B6BF814AB61}" presName="text2" presStyleLbl="fgAcc2" presStyleIdx="0" presStyleCnt="2" custScaleX="21242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411F93-878A-8E40-A92C-42A61CBF7495}" type="pres">
      <dgm:prSet presAssocID="{1F8398C6-E8E2-2A43-B765-5B6BF814AB61}" presName="hierChild3" presStyleCnt="0"/>
      <dgm:spPr/>
    </dgm:pt>
    <dgm:pt modelId="{DAD50BE0-A786-DA4B-A690-A31CB640B066}" type="pres">
      <dgm:prSet presAssocID="{1EAEDDA6-C21F-C54F-BCD4-1FEC6B1D4026}" presName="Name17" presStyleLbl="parChTrans1D3" presStyleIdx="0" presStyleCnt="3"/>
      <dgm:spPr/>
    </dgm:pt>
    <dgm:pt modelId="{1212B3F3-C1E7-6F43-94A4-6FB408FE6B2B}" type="pres">
      <dgm:prSet presAssocID="{88EE80FA-FAC3-CC47-8BE0-89CAC9D5A9D7}" presName="hierRoot3" presStyleCnt="0"/>
      <dgm:spPr/>
    </dgm:pt>
    <dgm:pt modelId="{A0A454A3-DE69-6B45-BC8C-386F2D4CC352}" type="pres">
      <dgm:prSet presAssocID="{88EE80FA-FAC3-CC47-8BE0-89CAC9D5A9D7}" presName="composite3" presStyleCnt="0"/>
      <dgm:spPr/>
    </dgm:pt>
    <dgm:pt modelId="{ED419612-D16C-A54E-9456-B205ADDB4491}" type="pres">
      <dgm:prSet presAssocID="{88EE80FA-FAC3-CC47-8BE0-89CAC9D5A9D7}" presName="background3" presStyleLbl="node3" presStyleIdx="0" presStyleCnt="3"/>
      <dgm:spPr/>
    </dgm:pt>
    <dgm:pt modelId="{4C95653C-231E-604B-B1FD-887C07246E3B}" type="pres">
      <dgm:prSet presAssocID="{88EE80FA-FAC3-CC47-8BE0-89CAC9D5A9D7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488213-4915-DE47-852A-2BD1F2E70E62}" type="pres">
      <dgm:prSet presAssocID="{88EE80FA-FAC3-CC47-8BE0-89CAC9D5A9D7}" presName="hierChild4" presStyleCnt="0"/>
      <dgm:spPr/>
    </dgm:pt>
    <dgm:pt modelId="{C8BCC030-4D3B-C741-9ECA-2ADBB646E5CD}" type="pres">
      <dgm:prSet presAssocID="{D0E7FB36-0BF3-D940-88FD-17E512292215}" presName="Name17" presStyleLbl="parChTrans1D3" presStyleIdx="1" presStyleCnt="3"/>
      <dgm:spPr/>
    </dgm:pt>
    <dgm:pt modelId="{136A0CD2-B0C4-984C-B085-312818B66620}" type="pres">
      <dgm:prSet presAssocID="{C5F18694-3D9E-0649-BB36-A112B6B55A5C}" presName="hierRoot3" presStyleCnt="0"/>
      <dgm:spPr/>
    </dgm:pt>
    <dgm:pt modelId="{5A7F474C-E616-4242-B466-B6C77C003F18}" type="pres">
      <dgm:prSet presAssocID="{C5F18694-3D9E-0649-BB36-A112B6B55A5C}" presName="composite3" presStyleCnt="0"/>
      <dgm:spPr/>
    </dgm:pt>
    <dgm:pt modelId="{39440E6B-8900-984B-B52F-A6806C19B4FE}" type="pres">
      <dgm:prSet presAssocID="{C5F18694-3D9E-0649-BB36-A112B6B55A5C}" presName="background3" presStyleLbl="node3" presStyleIdx="1" presStyleCnt="3"/>
      <dgm:spPr/>
    </dgm:pt>
    <dgm:pt modelId="{C328B7CA-8B2B-054F-B0B9-5045844EBC05}" type="pres">
      <dgm:prSet presAssocID="{C5F18694-3D9E-0649-BB36-A112B6B55A5C}" presName="text3" presStyleLbl="fgAcc3" presStyleIdx="1" presStyleCnt="3">
        <dgm:presLayoutVars>
          <dgm:chPref val="3"/>
        </dgm:presLayoutVars>
      </dgm:prSet>
      <dgm:spPr/>
    </dgm:pt>
    <dgm:pt modelId="{BA5BAB1B-6149-0A46-90D3-03DAC2B0BB75}" type="pres">
      <dgm:prSet presAssocID="{C5F18694-3D9E-0649-BB36-A112B6B55A5C}" presName="hierChild4" presStyleCnt="0"/>
      <dgm:spPr/>
    </dgm:pt>
    <dgm:pt modelId="{80E13E31-E8DD-2B4C-955C-47228656CFBF}" type="pres">
      <dgm:prSet presAssocID="{F0B4079F-E8B8-7443-978D-67761057CBA0}" presName="Name10" presStyleLbl="parChTrans1D2" presStyleIdx="1" presStyleCnt="2"/>
      <dgm:spPr/>
    </dgm:pt>
    <dgm:pt modelId="{EF88DE37-344D-664D-BC31-3C20D999A281}" type="pres">
      <dgm:prSet presAssocID="{AA78DD90-8955-4D41-877C-CB699AA0E4A1}" presName="hierRoot2" presStyleCnt="0"/>
      <dgm:spPr/>
    </dgm:pt>
    <dgm:pt modelId="{B2482198-16D9-F34B-BC8B-14C05DDB0B5E}" type="pres">
      <dgm:prSet presAssocID="{AA78DD90-8955-4D41-877C-CB699AA0E4A1}" presName="composite2" presStyleCnt="0"/>
      <dgm:spPr/>
    </dgm:pt>
    <dgm:pt modelId="{633F7160-1641-904C-8BE0-EC191F3AB64D}" type="pres">
      <dgm:prSet presAssocID="{AA78DD90-8955-4D41-877C-CB699AA0E4A1}" presName="background2" presStyleLbl="node2" presStyleIdx="1" presStyleCnt="2"/>
      <dgm:spPr/>
    </dgm:pt>
    <dgm:pt modelId="{DAB33AB7-198C-9840-AA86-C5CA809B23A9}" type="pres">
      <dgm:prSet presAssocID="{AA78DD90-8955-4D41-877C-CB699AA0E4A1}" presName="text2" presStyleLbl="fgAcc2" presStyleIdx="1" presStyleCnt="2" custScaleX="213648">
        <dgm:presLayoutVars>
          <dgm:chPref val="3"/>
        </dgm:presLayoutVars>
      </dgm:prSet>
      <dgm:spPr/>
    </dgm:pt>
    <dgm:pt modelId="{F73D537C-8004-764F-996F-3E59E3F61834}" type="pres">
      <dgm:prSet presAssocID="{AA78DD90-8955-4D41-877C-CB699AA0E4A1}" presName="hierChild3" presStyleCnt="0"/>
      <dgm:spPr/>
    </dgm:pt>
    <dgm:pt modelId="{5FF6DB52-AAA0-0C48-AC79-6816BAEC7790}" type="pres">
      <dgm:prSet presAssocID="{F45AE83A-D24A-2149-BC1F-048EE1A797FE}" presName="Name17" presStyleLbl="parChTrans1D3" presStyleIdx="2" presStyleCnt="3"/>
      <dgm:spPr/>
    </dgm:pt>
    <dgm:pt modelId="{0EC231D2-4FAD-E749-880F-E83FBFA9C1C2}" type="pres">
      <dgm:prSet presAssocID="{DDC1EB6F-70C9-E949-9B13-CA42B098D0F0}" presName="hierRoot3" presStyleCnt="0"/>
      <dgm:spPr/>
    </dgm:pt>
    <dgm:pt modelId="{88D045D2-C0DD-CF4A-946F-9BB5DF238F6B}" type="pres">
      <dgm:prSet presAssocID="{DDC1EB6F-70C9-E949-9B13-CA42B098D0F0}" presName="composite3" presStyleCnt="0"/>
      <dgm:spPr/>
    </dgm:pt>
    <dgm:pt modelId="{F1CFAAE1-6BBF-9846-9EE2-03A6F6FB84A3}" type="pres">
      <dgm:prSet presAssocID="{DDC1EB6F-70C9-E949-9B13-CA42B098D0F0}" presName="background3" presStyleLbl="node3" presStyleIdx="2" presStyleCnt="3"/>
      <dgm:spPr/>
    </dgm:pt>
    <dgm:pt modelId="{82E05FED-5C4D-DD46-B5CF-7B0A579BFB99}" type="pres">
      <dgm:prSet presAssocID="{DDC1EB6F-70C9-E949-9B13-CA42B098D0F0}" presName="text3" presStyleLbl="fgAcc3" presStyleIdx="2" presStyleCnt="3" custScaleX="22616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7E48EAA-83B1-CD44-97D6-D95F81C2328C}" type="pres">
      <dgm:prSet presAssocID="{DDC1EB6F-70C9-E949-9B13-CA42B098D0F0}" presName="hierChild4" presStyleCnt="0"/>
      <dgm:spPr/>
    </dgm:pt>
  </dgm:ptLst>
  <dgm:cxnLst>
    <dgm:cxn modelId="{1D62F34A-26EA-3D4B-941C-C14ED54CEEBD}" type="presOf" srcId="{D0E7FB36-0BF3-D940-88FD-17E512292215}" destId="{C8BCC030-4D3B-C741-9ECA-2ADBB646E5CD}" srcOrd="0" destOrd="0" presId="urn:microsoft.com/office/officeart/2005/8/layout/hierarchy1"/>
    <dgm:cxn modelId="{CED93BCB-0D8B-0048-A6BD-1BED7975EED0}" type="presOf" srcId="{88EE80FA-FAC3-CC47-8BE0-89CAC9D5A9D7}" destId="{4C95653C-231E-604B-B1FD-887C07246E3B}" srcOrd="0" destOrd="0" presId="urn:microsoft.com/office/officeart/2005/8/layout/hierarchy1"/>
    <dgm:cxn modelId="{C49C9AE2-0783-A341-8FBF-9CCFC71B2A0F}" srcId="{426D2BE0-56FC-754A-A5C1-5511D279BEC8}" destId="{AA78DD90-8955-4D41-877C-CB699AA0E4A1}" srcOrd="1" destOrd="0" parTransId="{F0B4079F-E8B8-7443-978D-67761057CBA0}" sibTransId="{6F9DC83D-26A7-3F4F-A58C-B980D7C40125}"/>
    <dgm:cxn modelId="{B313C4F5-D2A4-EE4B-BFC6-299D38E2CAB7}" srcId="{426D2BE0-56FC-754A-A5C1-5511D279BEC8}" destId="{1F8398C6-E8E2-2A43-B765-5B6BF814AB61}" srcOrd="0" destOrd="0" parTransId="{74C0503B-2BB0-574C-A060-1C3BD734A907}" sibTransId="{70FCAE89-DB10-2647-8CCB-8A8270AB5918}"/>
    <dgm:cxn modelId="{77AD8A96-91AA-D947-BE14-0E7DF0619E28}" srcId="{AA78DD90-8955-4D41-877C-CB699AA0E4A1}" destId="{DDC1EB6F-70C9-E949-9B13-CA42B098D0F0}" srcOrd="0" destOrd="0" parTransId="{F45AE83A-D24A-2149-BC1F-048EE1A797FE}" sibTransId="{9981BAB7-B2C0-B64B-BF6F-A2B3AD82016B}"/>
    <dgm:cxn modelId="{F156E8A4-89A1-6047-97B9-D1FDAD551404}" type="presOf" srcId="{896C15FB-BBFE-DF44-BC8E-A50621F43A8A}" destId="{0CAED12F-9E54-314E-9F9B-4159B8CF93EE}" srcOrd="0" destOrd="0" presId="urn:microsoft.com/office/officeart/2005/8/layout/hierarchy1"/>
    <dgm:cxn modelId="{318E628A-9C19-F24C-8C53-972139D28888}" type="presOf" srcId="{F45AE83A-D24A-2149-BC1F-048EE1A797FE}" destId="{5FF6DB52-AAA0-0C48-AC79-6816BAEC7790}" srcOrd="0" destOrd="0" presId="urn:microsoft.com/office/officeart/2005/8/layout/hierarchy1"/>
    <dgm:cxn modelId="{70B27AB4-DEE1-9042-8A1E-A54992FECA41}" type="presOf" srcId="{1F8398C6-E8E2-2A43-B765-5B6BF814AB61}" destId="{DAF9868F-03DE-2F40-812F-2E9616A9FBC4}" srcOrd="0" destOrd="0" presId="urn:microsoft.com/office/officeart/2005/8/layout/hierarchy1"/>
    <dgm:cxn modelId="{E0FC7429-2B08-3141-A61A-A8873B3B0C5E}" srcId="{896C15FB-BBFE-DF44-BC8E-A50621F43A8A}" destId="{426D2BE0-56FC-754A-A5C1-5511D279BEC8}" srcOrd="0" destOrd="0" parTransId="{05191421-9D7A-CD41-BCB7-85E07B38FC64}" sibTransId="{27471428-4A9F-C040-9F55-E299F7776577}"/>
    <dgm:cxn modelId="{7D71A52E-C3EA-C04F-82F6-FF130F034FB9}" type="presOf" srcId="{426D2BE0-56FC-754A-A5C1-5511D279BEC8}" destId="{66534C1F-86F1-C147-9AD5-BF2EA8517EA1}" srcOrd="0" destOrd="0" presId="urn:microsoft.com/office/officeart/2005/8/layout/hierarchy1"/>
    <dgm:cxn modelId="{9B0865A8-0371-214C-8AB9-64347B5D4FC2}" type="presOf" srcId="{DDC1EB6F-70C9-E949-9B13-CA42B098D0F0}" destId="{82E05FED-5C4D-DD46-B5CF-7B0A579BFB99}" srcOrd="0" destOrd="0" presId="urn:microsoft.com/office/officeart/2005/8/layout/hierarchy1"/>
    <dgm:cxn modelId="{0895828C-9B47-1142-9F1D-DB0DFA8105E2}" type="presOf" srcId="{74C0503B-2BB0-574C-A060-1C3BD734A907}" destId="{B3168E83-41C7-C74B-82DA-70C0E0718B21}" srcOrd="0" destOrd="0" presId="urn:microsoft.com/office/officeart/2005/8/layout/hierarchy1"/>
    <dgm:cxn modelId="{AE664D26-BAFA-254F-BCB5-D73D70EE721F}" srcId="{1F8398C6-E8E2-2A43-B765-5B6BF814AB61}" destId="{88EE80FA-FAC3-CC47-8BE0-89CAC9D5A9D7}" srcOrd="0" destOrd="0" parTransId="{1EAEDDA6-C21F-C54F-BCD4-1FEC6B1D4026}" sibTransId="{38F6D961-BE44-7C40-BFB8-D95D7A737F4C}"/>
    <dgm:cxn modelId="{098162B9-FBF2-EF4A-94AE-6C9573CF6650}" type="presOf" srcId="{AA78DD90-8955-4D41-877C-CB699AA0E4A1}" destId="{DAB33AB7-198C-9840-AA86-C5CA809B23A9}" srcOrd="0" destOrd="0" presId="urn:microsoft.com/office/officeart/2005/8/layout/hierarchy1"/>
    <dgm:cxn modelId="{F760455E-60B3-5D46-AC2A-0E61A132225A}" type="presOf" srcId="{F0B4079F-E8B8-7443-978D-67761057CBA0}" destId="{80E13E31-E8DD-2B4C-955C-47228656CFBF}" srcOrd="0" destOrd="0" presId="urn:microsoft.com/office/officeart/2005/8/layout/hierarchy1"/>
    <dgm:cxn modelId="{67A0F577-26C2-6240-A098-A08E983A3448}" type="presOf" srcId="{1EAEDDA6-C21F-C54F-BCD4-1FEC6B1D4026}" destId="{DAD50BE0-A786-DA4B-A690-A31CB640B066}" srcOrd="0" destOrd="0" presId="urn:microsoft.com/office/officeart/2005/8/layout/hierarchy1"/>
    <dgm:cxn modelId="{F081C360-8B3B-7A4B-844A-ABB1F8225EE2}" srcId="{1F8398C6-E8E2-2A43-B765-5B6BF814AB61}" destId="{C5F18694-3D9E-0649-BB36-A112B6B55A5C}" srcOrd="1" destOrd="0" parTransId="{D0E7FB36-0BF3-D940-88FD-17E512292215}" sibTransId="{B6903C07-1546-DE49-9DCC-5F01D3736C69}"/>
    <dgm:cxn modelId="{0EE1D3E7-64D6-0D46-A289-F99DC4C249E7}" type="presOf" srcId="{C5F18694-3D9E-0649-BB36-A112B6B55A5C}" destId="{C328B7CA-8B2B-054F-B0B9-5045844EBC05}" srcOrd="0" destOrd="0" presId="urn:microsoft.com/office/officeart/2005/8/layout/hierarchy1"/>
    <dgm:cxn modelId="{084E7232-2FF1-E74F-8EE8-C4D3AE60C347}" type="presParOf" srcId="{0CAED12F-9E54-314E-9F9B-4159B8CF93EE}" destId="{FBC6A914-0596-F944-A8C3-0F28C2F1EBEC}" srcOrd="0" destOrd="0" presId="urn:microsoft.com/office/officeart/2005/8/layout/hierarchy1"/>
    <dgm:cxn modelId="{B90FCD67-89AA-C94A-AA40-410CFCB8CA47}" type="presParOf" srcId="{FBC6A914-0596-F944-A8C3-0F28C2F1EBEC}" destId="{9A5DC145-682B-884E-898F-A6BAAD422B11}" srcOrd="0" destOrd="0" presId="urn:microsoft.com/office/officeart/2005/8/layout/hierarchy1"/>
    <dgm:cxn modelId="{66DBB5DA-9C57-0B47-9E97-7D864921753A}" type="presParOf" srcId="{9A5DC145-682B-884E-898F-A6BAAD422B11}" destId="{5D2DFB99-2B4E-BD45-986D-D12E22B4879D}" srcOrd="0" destOrd="0" presId="urn:microsoft.com/office/officeart/2005/8/layout/hierarchy1"/>
    <dgm:cxn modelId="{AA740DFB-DCDD-E544-A5C0-2C7E402B853C}" type="presParOf" srcId="{9A5DC145-682B-884E-898F-A6BAAD422B11}" destId="{66534C1F-86F1-C147-9AD5-BF2EA8517EA1}" srcOrd="1" destOrd="0" presId="urn:microsoft.com/office/officeart/2005/8/layout/hierarchy1"/>
    <dgm:cxn modelId="{FBE12BFF-D963-6E49-AE8B-EA7C89EA7276}" type="presParOf" srcId="{FBC6A914-0596-F944-A8C3-0F28C2F1EBEC}" destId="{B1BA872F-380E-8D45-908C-EC02DB5329ED}" srcOrd="1" destOrd="0" presId="urn:microsoft.com/office/officeart/2005/8/layout/hierarchy1"/>
    <dgm:cxn modelId="{9A3C692F-9E7F-C742-9D25-A7C0E4082A72}" type="presParOf" srcId="{B1BA872F-380E-8D45-908C-EC02DB5329ED}" destId="{B3168E83-41C7-C74B-82DA-70C0E0718B21}" srcOrd="0" destOrd="0" presId="urn:microsoft.com/office/officeart/2005/8/layout/hierarchy1"/>
    <dgm:cxn modelId="{94E89A3F-AF48-D548-9A84-C702E01873A7}" type="presParOf" srcId="{B1BA872F-380E-8D45-908C-EC02DB5329ED}" destId="{FAF65ECE-763A-D941-A8AA-0306CE5E99D7}" srcOrd="1" destOrd="0" presId="urn:microsoft.com/office/officeart/2005/8/layout/hierarchy1"/>
    <dgm:cxn modelId="{3B4E2BEA-0982-8846-B8D8-BD2BA9E9653F}" type="presParOf" srcId="{FAF65ECE-763A-D941-A8AA-0306CE5E99D7}" destId="{2F9BD8AA-3A56-C443-9306-E786D3A36BDD}" srcOrd="0" destOrd="0" presId="urn:microsoft.com/office/officeart/2005/8/layout/hierarchy1"/>
    <dgm:cxn modelId="{492ADB2C-65D2-8D4C-8425-2F2641F95257}" type="presParOf" srcId="{2F9BD8AA-3A56-C443-9306-E786D3A36BDD}" destId="{CA514D33-D04E-2D4E-93AF-DD91EDA58CFF}" srcOrd="0" destOrd="0" presId="urn:microsoft.com/office/officeart/2005/8/layout/hierarchy1"/>
    <dgm:cxn modelId="{558E4F8C-D310-DF46-8EE4-EB9345E7A326}" type="presParOf" srcId="{2F9BD8AA-3A56-C443-9306-E786D3A36BDD}" destId="{DAF9868F-03DE-2F40-812F-2E9616A9FBC4}" srcOrd="1" destOrd="0" presId="urn:microsoft.com/office/officeart/2005/8/layout/hierarchy1"/>
    <dgm:cxn modelId="{6707FE89-9B6D-224C-B7D0-44BBF2C609DF}" type="presParOf" srcId="{FAF65ECE-763A-D941-A8AA-0306CE5E99D7}" destId="{F8411F93-878A-8E40-A92C-42A61CBF7495}" srcOrd="1" destOrd="0" presId="urn:microsoft.com/office/officeart/2005/8/layout/hierarchy1"/>
    <dgm:cxn modelId="{891829FA-637A-984A-BBE2-745AD885F49C}" type="presParOf" srcId="{F8411F93-878A-8E40-A92C-42A61CBF7495}" destId="{DAD50BE0-A786-DA4B-A690-A31CB640B066}" srcOrd="0" destOrd="0" presId="urn:microsoft.com/office/officeart/2005/8/layout/hierarchy1"/>
    <dgm:cxn modelId="{63A10CB9-D078-DE45-A9D4-6C983D7F6A21}" type="presParOf" srcId="{F8411F93-878A-8E40-A92C-42A61CBF7495}" destId="{1212B3F3-C1E7-6F43-94A4-6FB408FE6B2B}" srcOrd="1" destOrd="0" presId="urn:microsoft.com/office/officeart/2005/8/layout/hierarchy1"/>
    <dgm:cxn modelId="{E43870C4-698D-9542-9628-6BA718F88FAB}" type="presParOf" srcId="{1212B3F3-C1E7-6F43-94A4-6FB408FE6B2B}" destId="{A0A454A3-DE69-6B45-BC8C-386F2D4CC352}" srcOrd="0" destOrd="0" presId="urn:microsoft.com/office/officeart/2005/8/layout/hierarchy1"/>
    <dgm:cxn modelId="{ED6D64C4-2101-6847-8421-4B298970BF09}" type="presParOf" srcId="{A0A454A3-DE69-6B45-BC8C-386F2D4CC352}" destId="{ED419612-D16C-A54E-9456-B205ADDB4491}" srcOrd="0" destOrd="0" presId="urn:microsoft.com/office/officeart/2005/8/layout/hierarchy1"/>
    <dgm:cxn modelId="{B067980F-E10A-B445-A649-D1C8DD7482D0}" type="presParOf" srcId="{A0A454A3-DE69-6B45-BC8C-386F2D4CC352}" destId="{4C95653C-231E-604B-B1FD-887C07246E3B}" srcOrd="1" destOrd="0" presId="urn:microsoft.com/office/officeart/2005/8/layout/hierarchy1"/>
    <dgm:cxn modelId="{3279BD19-CA76-D141-8B16-203D9BF24539}" type="presParOf" srcId="{1212B3F3-C1E7-6F43-94A4-6FB408FE6B2B}" destId="{DF488213-4915-DE47-852A-2BD1F2E70E62}" srcOrd="1" destOrd="0" presId="urn:microsoft.com/office/officeart/2005/8/layout/hierarchy1"/>
    <dgm:cxn modelId="{F27D7CB3-49FC-1943-A5AF-AC06D246DCCA}" type="presParOf" srcId="{F8411F93-878A-8E40-A92C-42A61CBF7495}" destId="{C8BCC030-4D3B-C741-9ECA-2ADBB646E5CD}" srcOrd="2" destOrd="0" presId="urn:microsoft.com/office/officeart/2005/8/layout/hierarchy1"/>
    <dgm:cxn modelId="{11F929E4-B02C-2448-8FD2-0B37D81B517A}" type="presParOf" srcId="{F8411F93-878A-8E40-A92C-42A61CBF7495}" destId="{136A0CD2-B0C4-984C-B085-312818B66620}" srcOrd="3" destOrd="0" presId="urn:microsoft.com/office/officeart/2005/8/layout/hierarchy1"/>
    <dgm:cxn modelId="{049BC8EC-051C-5240-9A9F-800509EB55A8}" type="presParOf" srcId="{136A0CD2-B0C4-984C-B085-312818B66620}" destId="{5A7F474C-E616-4242-B466-B6C77C003F18}" srcOrd="0" destOrd="0" presId="urn:microsoft.com/office/officeart/2005/8/layout/hierarchy1"/>
    <dgm:cxn modelId="{B6E79777-DD43-5447-938C-49F74A530905}" type="presParOf" srcId="{5A7F474C-E616-4242-B466-B6C77C003F18}" destId="{39440E6B-8900-984B-B52F-A6806C19B4FE}" srcOrd="0" destOrd="0" presId="urn:microsoft.com/office/officeart/2005/8/layout/hierarchy1"/>
    <dgm:cxn modelId="{C7B2211B-CD4C-4D42-BB17-8C8291FBC2D4}" type="presParOf" srcId="{5A7F474C-E616-4242-B466-B6C77C003F18}" destId="{C328B7CA-8B2B-054F-B0B9-5045844EBC05}" srcOrd="1" destOrd="0" presId="urn:microsoft.com/office/officeart/2005/8/layout/hierarchy1"/>
    <dgm:cxn modelId="{AA60D2A8-F415-1746-94E7-9D8728DC5EEC}" type="presParOf" srcId="{136A0CD2-B0C4-984C-B085-312818B66620}" destId="{BA5BAB1B-6149-0A46-90D3-03DAC2B0BB75}" srcOrd="1" destOrd="0" presId="urn:microsoft.com/office/officeart/2005/8/layout/hierarchy1"/>
    <dgm:cxn modelId="{F4C6191A-ED5B-364B-AD85-96E922059A75}" type="presParOf" srcId="{B1BA872F-380E-8D45-908C-EC02DB5329ED}" destId="{80E13E31-E8DD-2B4C-955C-47228656CFBF}" srcOrd="2" destOrd="0" presId="urn:microsoft.com/office/officeart/2005/8/layout/hierarchy1"/>
    <dgm:cxn modelId="{B286A84B-4FE5-9D4C-AFC9-55E7B3E5E10D}" type="presParOf" srcId="{B1BA872F-380E-8D45-908C-EC02DB5329ED}" destId="{EF88DE37-344D-664D-BC31-3C20D999A281}" srcOrd="3" destOrd="0" presId="urn:microsoft.com/office/officeart/2005/8/layout/hierarchy1"/>
    <dgm:cxn modelId="{8D8224C3-31B3-1C4F-A691-51083971CC0E}" type="presParOf" srcId="{EF88DE37-344D-664D-BC31-3C20D999A281}" destId="{B2482198-16D9-F34B-BC8B-14C05DDB0B5E}" srcOrd="0" destOrd="0" presId="urn:microsoft.com/office/officeart/2005/8/layout/hierarchy1"/>
    <dgm:cxn modelId="{219AAA83-9495-8D42-A150-1D4D77650BDE}" type="presParOf" srcId="{B2482198-16D9-F34B-BC8B-14C05DDB0B5E}" destId="{633F7160-1641-904C-8BE0-EC191F3AB64D}" srcOrd="0" destOrd="0" presId="urn:microsoft.com/office/officeart/2005/8/layout/hierarchy1"/>
    <dgm:cxn modelId="{B67F706E-67FA-7740-A7E6-82DF1FE19734}" type="presParOf" srcId="{B2482198-16D9-F34B-BC8B-14C05DDB0B5E}" destId="{DAB33AB7-198C-9840-AA86-C5CA809B23A9}" srcOrd="1" destOrd="0" presId="urn:microsoft.com/office/officeart/2005/8/layout/hierarchy1"/>
    <dgm:cxn modelId="{06298414-7AAA-2B4C-90A4-B65AB45A7CE0}" type="presParOf" srcId="{EF88DE37-344D-664D-BC31-3C20D999A281}" destId="{F73D537C-8004-764F-996F-3E59E3F61834}" srcOrd="1" destOrd="0" presId="urn:microsoft.com/office/officeart/2005/8/layout/hierarchy1"/>
    <dgm:cxn modelId="{89BB4ABF-D177-9149-955A-187D5F6CFC3E}" type="presParOf" srcId="{F73D537C-8004-764F-996F-3E59E3F61834}" destId="{5FF6DB52-AAA0-0C48-AC79-6816BAEC7790}" srcOrd="0" destOrd="0" presId="urn:microsoft.com/office/officeart/2005/8/layout/hierarchy1"/>
    <dgm:cxn modelId="{DFED29CB-74F0-1743-A5F8-A556EE4AE55E}" type="presParOf" srcId="{F73D537C-8004-764F-996F-3E59E3F61834}" destId="{0EC231D2-4FAD-E749-880F-E83FBFA9C1C2}" srcOrd="1" destOrd="0" presId="urn:microsoft.com/office/officeart/2005/8/layout/hierarchy1"/>
    <dgm:cxn modelId="{DD141C7A-10D3-0148-88E7-A15629202DC5}" type="presParOf" srcId="{0EC231D2-4FAD-E749-880F-E83FBFA9C1C2}" destId="{88D045D2-C0DD-CF4A-946F-9BB5DF238F6B}" srcOrd="0" destOrd="0" presId="urn:microsoft.com/office/officeart/2005/8/layout/hierarchy1"/>
    <dgm:cxn modelId="{5C698928-0527-0C44-8507-18B93C231659}" type="presParOf" srcId="{88D045D2-C0DD-CF4A-946F-9BB5DF238F6B}" destId="{F1CFAAE1-6BBF-9846-9EE2-03A6F6FB84A3}" srcOrd="0" destOrd="0" presId="urn:microsoft.com/office/officeart/2005/8/layout/hierarchy1"/>
    <dgm:cxn modelId="{A7EBAB44-6428-9645-99FF-CF8E99C0F50A}" type="presParOf" srcId="{88D045D2-C0DD-CF4A-946F-9BB5DF238F6B}" destId="{82E05FED-5C4D-DD46-B5CF-7B0A579BFB99}" srcOrd="1" destOrd="0" presId="urn:microsoft.com/office/officeart/2005/8/layout/hierarchy1"/>
    <dgm:cxn modelId="{EAA48813-4D8F-6F44-91DA-5787C4614E85}" type="presParOf" srcId="{0EC231D2-4FAD-E749-880F-E83FBFA9C1C2}" destId="{67E48EAA-83B1-CD44-97D6-D95F81C232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6DB52-AAA0-0C48-AC79-6816BAEC7790}">
      <dsp:nvSpPr>
        <dsp:cNvPr id="0" name=""/>
        <dsp:cNvSpPr/>
      </dsp:nvSpPr>
      <dsp:spPr>
        <a:xfrm>
          <a:off x="4920246" y="2112117"/>
          <a:ext cx="91440" cy="3932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23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E13E31-E8DD-2B4C-955C-47228656CFBF}">
      <dsp:nvSpPr>
        <dsp:cNvPr id="0" name=""/>
        <dsp:cNvSpPr/>
      </dsp:nvSpPr>
      <dsp:spPr>
        <a:xfrm>
          <a:off x="3304208" y="860300"/>
          <a:ext cx="1661758" cy="393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978"/>
              </a:lnTo>
              <a:lnTo>
                <a:pt x="1661758" y="267978"/>
              </a:lnTo>
              <a:lnTo>
                <a:pt x="1661758" y="3932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BCC030-4D3B-C741-9ECA-2ADBB646E5CD}">
      <dsp:nvSpPr>
        <dsp:cNvPr id="0" name=""/>
        <dsp:cNvSpPr/>
      </dsp:nvSpPr>
      <dsp:spPr>
        <a:xfrm>
          <a:off x="1634209" y="2112117"/>
          <a:ext cx="826282" cy="393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978"/>
              </a:lnTo>
              <a:lnTo>
                <a:pt x="826282" y="267978"/>
              </a:lnTo>
              <a:lnTo>
                <a:pt x="826282" y="39323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D50BE0-A786-DA4B-A690-A31CB640B066}">
      <dsp:nvSpPr>
        <dsp:cNvPr id="0" name=""/>
        <dsp:cNvSpPr/>
      </dsp:nvSpPr>
      <dsp:spPr>
        <a:xfrm>
          <a:off x="807926" y="2112117"/>
          <a:ext cx="826282" cy="393235"/>
        </a:xfrm>
        <a:custGeom>
          <a:avLst/>
          <a:gdLst/>
          <a:ahLst/>
          <a:cxnLst/>
          <a:rect l="0" t="0" r="0" b="0"/>
          <a:pathLst>
            <a:path>
              <a:moveTo>
                <a:pt x="826282" y="0"/>
              </a:moveTo>
              <a:lnTo>
                <a:pt x="826282" y="267978"/>
              </a:lnTo>
              <a:lnTo>
                <a:pt x="0" y="267978"/>
              </a:lnTo>
              <a:lnTo>
                <a:pt x="0" y="39323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168E83-41C7-C74B-82DA-70C0E0718B21}">
      <dsp:nvSpPr>
        <dsp:cNvPr id="0" name=""/>
        <dsp:cNvSpPr/>
      </dsp:nvSpPr>
      <dsp:spPr>
        <a:xfrm>
          <a:off x="1634209" y="860300"/>
          <a:ext cx="1669999" cy="393235"/>
        </a:xfrm>
        <a:custGeom>
          <a:avLst/>
          <a:gdLst/>
          <a:ahLst/>
          <a:cxnLst/>
          <a:rect l="0" t="0" r="0" b="0"/>
          <a:pathLst>
            <a:path>
              <a:moveTo>
                <a:pt x="1669999" y="0"/>
              </a:moveTo>
              <a:lnTo>
                <a:pt x="1669999" y="267978"/>
              </a:lnTo>
              <a:lnTo>
                <a:pt x="0" y="267978"/>
              </a:lnTo>
              <a:lnTo>
                <a:pt x="0" y="3932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DFB99-2B4E-BD45-986D-D12E22B4879D}">
      <dsp:nvSpPr>
        <dsp:cNvPr id="0" name=""/>
        <dsp:cNvSpPr/>
      </dsp:nvSpPr>
      <dsp:spPr>
        <a:xfrm>
          <a:off x="1667412" y="1717"/>
          <a:ext cx="3273592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534C1F-86F1-C147-9AD5-BF2EA8517EA1}">
      <dsp:nvSpPr>
        <dsp:cNvPr id="0" name=""/>
        <dsp:cNvSpPr/>
      </dsp:nvSpPr>
      <dsp:spPr>
        <a:xfrm>
          <a:off x="1817645" y="144439"/>
          <a:ext cx="3273592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Computer Program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Line of code</a:t>
          </a:r>
          <a:endParaRPr lang="en-US" sz="1700" kern="1200" dirty="0"/>
        </a:p>
      </dsp:txBody>
      <dsp:txXfrm>
        <a:off x="1842792" y="169586"/>
        <a:ext cx="3223298" cy="808288"/>
      </dsp:txXfrm>
    </dsp:sp>
    <dsp:sp modelId="{CA514D33-D04E-2D4E-93AF-DD91EDA58CFF}">
      <dsp:nvSpPr>
        <dsp:cNvPr id="0" name=""/>
        <dsp:cNvSpPr/>
      </dsp:nvSpPr>
      <dsp:spPr>
        <a:xfrm>
          <a:off x="198084" y="1253535"/>
          <a:ext cx="2872248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F9868F-03DE-2F40-812F-2E9616A9FBC4}">
      <dsp:nvSpPr>
        <dsp:cNvPr id="0" name=""/>
        <dsp:cNvSpPr/>
      </dsp:nvSpPr>
      <dsp:spPr>
        <a:xfrm>
          <a:off x="348317" y="1396257"/>
          <a:ext cx="2872248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Expressions</a:t>
          </a:r>
          <a:endParaRPr lang="en-US" sz="1700" kern="1200" dirty="0"/>
        </a:p>
      </dsp:txBody>
      <dsp:txXfrm>
        <a:off x="373464" y="1421404"/>
        <a:ext cx="2821954" cy="808288"/>
      </dsp:txXfrm>
    </dsp:sp>
    <dsp:sp modelId="{ED419612-D16C-A54E-9456-B205ADDB4491}">
      <dsp:nvSpPr>
        <dsp:cNvPr id="0" name=""/>
        <dsp:cNvSpPr/>
      </dsp:nvSpPr>
      <dsp:spPr>
        <a:xfrm>
          <a:off x="131877" y="2505353"/>
          <a:ext cx="1352098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95653C-231E-604B-B1FD-887C07246E3B}">
      <dsp:nvSpPr>
        <dsp:cNvPr id="0" name=""/>
        <dsp:cNvSpPr/>
      </dsp:nvSpPr>
      <dsp:spPr>
        <a:xfrm>
          <a:off x="282110" y="2648074"/>
          <a:ext cx="1352098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Primitives &amp; Names</a:t>
          </a:r>
          <a:endParaRPr lang="en-US" sz="1700" kern="1200" dirty="0"/>
        </a:p>
      </dsp:txBody>
      <dsp:txXfrm>
        <a:off x="307257" y="2673221"/>
        <a:ext cx="1301804" cy="808288"/>
      </dsp:txXfrm>
    </dsp:sp>
    <dsp:sp modelId="{39440E6B-8900-984B-B52F-A6806C19B4FE}">
      <dsp:nvSpPr>
        <dsp:cNvPr id="0" name=""/>
        <dsp:cNvSpPr/>
      </dsp:nvSpPr>
      <dsp:spPr>
        <a:xfrm>
          <a:off x="1784442" y="2505353"/>
          <a:ext cx="1352098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28B7CA-8B2B-054F-B0B9-5045844EBC05}">
      <dsp:nvSpPr>
        <dsp:cNvPr id="0" name=""/>
        <dsp:cNvSpPr/>
      </dsp:nvSpPr>
      <dsp:spPr>
        <a:xfrm>
          <a:off x="1934675" y="2648074"/>
          <a:ext cx="1352098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Call Expressions</a:t>
          </a:r>
          <a:endParaRPr lang="en-US" sz="1700" kern="1200" dirty="0"/>
        </a:p>
      </dsp:txBody>
      <dsp:txXfrm>
        <a:off x="1959822" y="2673221"/>
        <a:ext cx="1301804" cy="808288"/>
      </dsp:txXfrm>
    </dsp:sp>
    <dsp:sp modelId="{633F7160-1641-904C-8BE0-EC191F3AB64D}">
      <dsp:nvSpPr>
        <dsp:cNvPr id="0" name=""/>
        <dsp:cNvSpPr/>
      </dsp:nvSpPr>
      <dsp:spPr>
        <a:xfrm>
          <a:off x="3521601" y="1253535"/>
          <a:ext cx="2888730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33AB7-198C-9840-AA86-C5CA809B23A9}">
      <dsp:nvSpPr>
        <dsp:cNvPr id="0" name=""/>
        <dsp:cNvSpPr/>
      </dsp:nvSpPr>
      <dsp:spPr>
        <a:xfrm>
          <a:off x="3671834" y="1396257"/>
          <a:ext cx="2888730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Statements</a:t>
          </a:r>
          <a:endParaRPr lang="en-US" sz="1700" kern="1200" dirty="0"/>
        </a:p>
      </dsp:txBody>
      <dsp:txXfrm>
        <a:off x="3696981" y="1421404"/>
        <a:ext cx="2838436" cy="808288"/>
      </dsp:txXfrm>
    </dsp:sp>
    <dsp:sp modelId="{F1CFAAE1-6BBF-9846-9EE2-03A6F6FB84A3}">
      <dsp:nvSpPr>
        <dsp:cNvPr id="0" name=""/>
        <dsp:cNvSpPr/>
      </dsp:nvSpPr>
      <dsp:spPr>
        <a:xfrm>
          <a:off x="3437006" y="2505353"/>
          <a:ext cx="3057919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E05FED-5C4D-DD46-B5CF-7B0A579BFB99}">
      <dsp:nvSpPr>
        <dsp:cNvPr id="0" name=""/>
        <dsp:cNvSpPr/>
      </dsp:nvSpPr>
      <dsp:spPr>
        <a:xfrm>
          <a:off x="3587240" y="2648074"/>
          <a:ext cx="3057919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e.g. return, </a:t>
          </a:r>
          <a:r>
            <a:rPr lang="en-US" sz="1700" kern="1200" dirty="0" err="1" smtClean="0"/>
            <a:t>def</a:t>
          </a:r>
          <a:r>
            <a:rPr lang="en-US" sz="1700" kern="1200" dirty="0" smtClean="0"/>
            <a:t>, if, while, for</a:t>
          </a:r>
          <a:endParaRPr lang="en-US" sz="1700" kern="1200" dirty="0"/>
        </a:p>
      </dsp:txBody>
      <dsp:txXfrm>
        <a:off x="3612387" y="2673221"/>
        <a:ext cx="3007625" cy="808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6DB52-AAA0-0C48-AC79-6816BAEC7790}">
      <dsp:nvSpPr>
        <dsp:cNvPr id="0" name=""/>
        <dsp:cNvSpPr/>
      </dsp:nvSpPr>
      <dsp:spPr>
        <a:xfrm>
          <a:off x="4920246" y="2112117"/>
          <a:ext cx="91440" cy="3932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23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E13E31-E8DD-2B4C-955C-47228656CFBF}">
      <dsp:nvSpPr>
        <dsp:cNvPr id="0" name=""/>
        <dsp:cNvSpPr/>
      </dsp:nvSpPr>
      <dsp:spPr>
        <a:xfrm>
          <a:off x="3304208" y="860300"/>
          <a:ext cx="1661758" cy="393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978"/>
              </a:lnTo>
              <a:lnTo>
                <a:pt x="1661758" y="267978"/>
              </a:lnTo>
              <a:lnTo>
                <a:pt x="1661758" y="3932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BCC030-4D3B-C741-9ECA-2ADBB646E5CD}">
      <dsp:nvSpPr>
        <dsp:cNvPr id="0" name=""/>
        <dsp:cNvSpPr/>
      </dsp:nvSpPr>
      <dsp:spPr>
        <a:xfrm>
          <a:off x="1634209" y="2112117"/>
          <a:ext cx="826282" cy="3932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7978"/>
              </a:lnTo>
              <a:lnTo>
                <a:pt x="826282" y="267978"/>
              </a:lnTo>
              <a:lnTo>
                <a:pt x="826282" y="39323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D50BE0-A786-DA4B-A690-A31CB640B066}">
      <dsp:nvSpPr>
        <dsp:cNvPr id="0" name=""/>
        <dsp:cNvSpPr/>
      </dsp:nvSpPr>
      <dsp:spPr>
        <a:xfrm>
          <a:off x="807926" y="2112117"/>
          <a:ext cx="826282" cy="393235"/>
        </a:xfrm>
        <a:custGeom>
          <a:avLst/>
          <a:gdLst/>
          <a:ahLst/>
          <a:cxnLst/>
          <a:rect l="0" t="0" r="0" b="0"/>
          <a:pathLst>
            <a:path>
              <a:moveTo>
                <a:pt x="826282" y="0"/>
              </a:moveTo>
              <a:lnTo>
                <a:pt x="826282" y="267978"/>
              </a:lnTo>
              <a:lnTo>
                <a:pt x="0" y="267978"/>
              </a:lnTo>
              <a:lnTo>
                <a:pt x="0" y="393235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168E83-41C7-C74B-82DA-70C0E0718B21}">
      <dsp:nvSpPr>
        <dsp:cNvPr id="0" name=""/>
        <dsp:cNvSpPr/>
      </dsp:nvSpPr>
      <dsp:spPr>
        <a:xfrm>
          <a:off x="1634209" y="860300"/>
          <a:ext cx="1669999" cy="393235"/>
        </a:xfrm>
        <a:custGeom>
          <a:avLst/>
          <a:gdLst/>
          <a:ahLst/>
          <a:cxnLst/>
          <a:rect l="0" t="0" r="0" b="0"/>
          <a:pathLst>
            <a:path>
              <a:moveTo>
                <a:pt x="1669999" y="0"/>
              </a:moveTo>
              <a:lnTo>
                <a:pt x="1669999" y="267978"/>
              </a:lnTo>
              <a:lnTo>
                <a:pt x="0" y="267978"/>
              </a:lnTo>
              <a:lnTo>
                <a:pt x="0" y="3932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DFB99-2B4E-BD45-986D-D12E22B4879D}">
      <dsp:nvSpPr>
        <dsp:cNvPr id="0" name=""/>
        <dsp:cNvSpPr/>
      </dsp:nvSpPr>
      <dsp:spPr>
        <a:xfrm>
          <a:off x="1667412" y="1717"/>
          <a:ext cx="3273592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534C1F-86F1-C147-9AD5-BF2EA8517EA1}">
      <dsp:nvSpPr>
        <dsp:cNvPr id="0" name=""/>
        <dsp:cNvSpPr/>
      </dsp:nvSpPr>
      <dsp:spPr>
        <a:xfrm>
          <a:off x="1817645" y="144439"/>
          <a:ext cx="3273592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Computer Program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Line of code</a:t>
          </a:r>
          <a:endParaRPr lang="en-US" sz="1700" kern="1200" dirty="0"/>
        </a:p>
      </dsp:txBody>
      <dsp:txXfrm>
        <a:off x="1842792" y="169586"/>
        <a:ext cx="3223298" cy="808288"/>
      </dsp:txXfrm>
    </dsp:sp>
    <dsp:sp modelId="{CA514D33-D04E-2D4E-93AF-DD91EDA58CFF}">
      <dsp:nvSpPr>
        <dsp:cNvPr id="0" name=""/>
        <dsp:cNvSpPr/>
      </dsp:nvSpPr>
      <dsp:spPr>
        <a:xfrm>
          <a:off x="198084" y="1253535"/>
          <a:ext cx="2872248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F9868F-03DE-2F40-812F-2E9616A9FBC4}">
      <dsp:nvSpPr>
        <dsp:cNvPr id="0" name=""/>
        <dsp:cNvSpPr/>
      </dsp:nvSpPr>
      <dsp:spPr>
        <a:xfrm>
          <a:off x="348317" y="1396257"/>
          <a:ext cx="2872248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Expressions</a:t>
          </a:r>
          <a:endParaRPr lang="en-US" sz="1700" kern="1200" dirty="0"/>
        </a:p>
      </dsp:txBody>
      <dsp:txXfrm>
        <a:off x="373464" y="1421404"/>
        <a:ext cx="2821954" cy="808288"/>
      </dsp:txXfrm>
    </dsp:sp>
    <dsp:sp modelId="{ED419612-D16C-A54E-9456-B205ADDB4491}">
      <dsp:nvSpPr>
        <dsp:cNvPr id="0" name=""/>
        <dsp:cNvSpPr/>
      </dsp:nvSpPr>
      <dsp:spPr>
        <a:xfrm>
          <a:off x="131877" y="2505353"/>
          <a:ext cx="1352098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95653C-231E-604B-B1FD-887C07246E3B}">
      <dsp:nvSpPr>
        <dsp:cNvPr id="0" name=""/>
        <dsp:cNvSpPr/>
      </dsp:nvSpPr>
      <dsp:spPr>
        <a:xfrm>
          <a:off x="282110" y="2648074"/>
          <a:ext cx="1352098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Primitives &amp; Names</a:t>
          </a:r>
          <a:endParaRPr lang="en-US" sz="1700" kern="1200" dirty="0"/>
        </a:p>
      </dsp:txBody>
      <dsp:txXfrm>
        <a:off x="307257" y="2673221"/>
        <a:ext cx="1301804" cy="808288"/>
      </dsp:txXfrm>
    </dsp:sp>
    <dsp:sp modelId="{39440E6B-8900-984B-B52F-A6806C19B4FE}">
      <dsp:nvSpPr>
        <dsp:cNvPr id="0" name=""/>
        <dsp:cNvSpPr/>
      </dsp:nvSpPr>
      <dsp:spPr>
        <a:xfrm>
          <a:off x="1784442" y="2505353"/>
          <a:ext cx="1352098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28B7CA-8B2B-054F-B0B9-5045844EBC05}">
      <dsp:nvSpPr>
        <dsp:cNvPr id="0" name=""/>
        <dsp:cNvSpPr/>
      </dsp:nvSpPr>
      <dsp:spPr>
        <a:xfrm>
          <a:off x="1934675" y="2648074"/>
          <a:ext cx="1352098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Call Expressions</a:t>
          </a:r>
          <a:endParaRPr lang="en-US" sz="1700" kern="1200" dirty="0"/>
        </a:p>
      </dsp:txBody>
      <dsp:txXfrm>
        <a:off x="1959822" y="2673221"/>
        <a:ext cx="1301804" cy="808288"/>
      </dsp:txXfrm>
    </dsp:sp>
    <dsp:sp modelId="{633F7160-1641-904C-8BE0-EC191F3AB64D}">
      <dsp:nvSpPr>
        <dsp:cNvPr id="0" name=""/>
        <dsp:cNvSpPr/>
      </dsp:nvSpPr>
      <dsp:spPr>
        <a:xfrm>
          <a:off x="3521601" y="1253535"/>
          <a:ext cx="2888730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33AB7-198C-9840-AA86-C5CA809B23A9}">
      <dsp:nvSpPr>
        <dsp:cNvPr id="0" name=""/>
        <dsp:cNvSpPr/>
      </dsp:nvSpPr>
      <dsp:spPr>
        <a:xfrm>
          <a:off x="3671834" y="1396257"/>
          <a:ext cx="2888730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Statements</a:t>
          </a:r>
          <a:endParaRPr lang="en-US" sz="1700" kern="1200" dirty="0"/>
        </a:p>
      </dsp:txBody>
      <dsp:txXfrm>
        <a:off x="3696981" y="1421404"/>
        <a:ext cx="2838436" cy="808288"/>
      </dsp:txXfrm>
    </dsp:sp>
    <dsp:sp modelId="{F1CFAAE1-6BBF-9846-9EE2-03A6F6FB84A3}">
      <dsp:nvSpPr>
        <dsp:cNvPr id="0" name=""/>
        <dsp:cNvSpPr/>
      </dsp:nvSpPr>
      <dsp:spPr>
        <a:xfrm>
          <a:off x="3437006" y="2505353"/>
          <a:ext cx="3057919" cy="858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E05FED-5C4D-DD46-B5CF-7B0A579BFB99}">
      <dsp:nvSpPr>
        <dsp:cNvPr id="0" name=""/>
        <dsp:cNvSpPr/>
      </dsp:nvSpPr>
      <dsp:spPr>
        <a:xfrm>
          <a:off x="3587240" y="2648074"/>
          <a:ext cx="3057919" cy="858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e.g. return, </a:t>
          </a:r>
          <a:r>
            <a:rPr lang="en-US" sz="1700" kern="1200" dirty="0" err="1" smtClean="0"/>
            <a:t>def</a:t>
          </a:r>
          <a:r>
            <a:rPr lang="en-US" sz="1700" kern="1200" dirty="0" smtClean="0"/>
            <a:t>, if, while, for</a:t>
          </a:r>
          <a:endParaRPr lang="en-US" sz="1700" kern="1200" dirty="0"/>
        </a:p>
      </dsp:txBody>
      <dsp:txXfrm>
        <a:off x="3612387" y="2673221"/>
        <a:ext cx="3007625" cy="808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9/3/14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9/3/14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September 3,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September 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Disc 1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/>
          <a:lstStyle/>
          <a:p>
            <a:r>
              <a:rPr lang="en-US">
                <a:latin typeface="Century Gothic" charset="0"/>
              </a:rPr>
              <a:t>Dickson Tsai</a:t>
            </a:r>
          </a:p>
          <a:p>
            <a:r>
              <a:rPr lang="en-US">
                <a:latin typeface="Century Gothic" charset="0"/>
                <a:hlinkClick r:id="rId2"/>
              </a:rPr>
              <a:t>dickson.tsai@berkeley.edu</a:t>
            </a:r>
            <a:endParaRPr lang="en-US">
              <a:latin typeface="Century Gothic" charset="0"/>
            </a:endParaRPr>
          </a:p>
          <a:p>
            <a:r>
              <a:rPr lang="en-US">
                <a:latin typeface="Century Gothic" charset="0"/>
              </a:rPr>
              <a:t>OH: Tu, Th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Working Effectively in CS</a:t>
            </a:r>
            <a:r>
              <a:rPr lang="en-US" dirty="0" smtClean="0">
                <a:solidFill>
                  <a:srgbClr val="424242"/>
                </a:solidFill>
              </a:rPr>
              <a:t>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Statements/Expressions/Functions</a:t>
            </a:r>
            <a:r>
              <a:rPr lang="en-US" b="1" dirty="0" smtClean="0">
                <a:solidFill>
                  <a:srgbClr val="424242"/>
                </a:solidFill>
              </a:rPr>
              <a:t>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Higher </a:t>
            </a:r>
            <a:r>
              <a:rPr lang="en-US" dirty="0" smtClean="0">
                <a:solidFill>
                  <a:srgbClr val="424242"/>
                </a:solidFill>
              </a:rPr>
              <a:t>Order Functions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Anuncios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Labs are generally due Wednesdays at 11:59PM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Optional section homework: for me to help track your progress/attendance. More info at the end.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get to my website:</a:t>
            </a:r>
          </a:p>
          <a:p>
            <a:pPr lvl="1"/>
            <a:r>
              <a:rPr lang="en-US" dirty="0" err="1">
                <a:solidFill>
                  <a:srgbClr val="4A6300"/>
                </a:solidFill>
                <a:latin typeface="Avenir Book"/>
                <a:cs typeface="Avenir Book"/>
              </a:rPr>
              <a:t>dicksontsai.com</a:t>
            </a: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/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cs61a OR:</a:t>
            </a: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2"/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Go to cs61a.org</a:t>
            </a:r>
          </a:p>
          <a:p>
            <a:pPr lvl="2"/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Click the “Staff”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link and click </a:t>
            </a: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my name</a:t>
            </a:r>
          </a:p>
          <a:p>
            <a:pPr lvl="2"/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Go to Discussion 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You </a:t>
            </a: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will find my slides to discussion/lab. They may be different, because I add more content along the day. 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Programming Language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Programming involves acquiring a language!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!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many programs are possible? How many sentences are possible?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 don’t memorize all the sentences that exist. There are infinitely many! The house next to the house next to …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 combine parts together. The way we combine them is also meaningful.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Programming language: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primitive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expressions, means of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combination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means of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abstraction</a:t>
            </a:r>
            <a:endParaRPr lang="en-US" b="1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[ Discuss ] Can you think of examples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of primitive expressions, means of combination, and means of abstraction in English?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4537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Programming Language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Programming language: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primitive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expressions, means of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combination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means of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abstraction</a:t>
            </a:r>
            <a:endParaRPr lang="en-US" b="1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Previous question: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Can you think of examples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English?</a:t>
            </a:r>
          </a:p>
          <a:p>
            <a:pPr lvl="1"/>
            <a:r>
              <a:rPr lang="en-US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Primitive expressions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= words. E.g. walk, run, red, Bob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Some words belong to certain categories, e.g. verb, adjective. 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Similarly, there are different data types: e.g. string, integer</a:t>
            </a:r>
          </a:p>
          <a:p>
            <a:pPr lvl="1"/>
            <a:r>
              <a:rPr lang="en-US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Means of combination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= syntax. E.g. You are hardworking.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Call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exps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allow nesting</a:t>
            </a:r>
          </a:p>
          <a:p>
            <a:pPr lvl="1"/>
            <a:r>
              <a:rPr lang="en-US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Means of abstraction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= abbreviations, e.g.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afaik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idk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laser, Harry Potter (name for 500 pages of text), “that lecture”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So far we’ve encountered names and functions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375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Programming Language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do both types of languages try to achieve?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 want to </a:t>
            </a:r>
            <a:r>
              <a:rPr lang="en-US" i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express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complex ideas (natural language) and complex computations (programming language), but do so easily.</a:t>
            </a:r>
          </a:p>
          <a:p>
            <a:pPr lvl="1"/>
            <a:endParaRPr lang="en-US" b="1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6466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677334" y="722313"/>
            <a:ext cx="7620000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Defining Functions + </a:t>
            </a:r>
            <a:r>
              <a:rPr lang="en-US" dirty="0" err="1" smtClean="0">
                <a:latin typeface="Century Gothic" charset="0"/>
              </a:rPr>
              <a:t>Warmup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Recall how function definition works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Try out the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warmup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 </a:t>
            </a:r>
            <a:endParaRPr lang="en-US" b="1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[ Discuss ] Confirm with your neighbors that you have the right answer.</a:t>
            </a:r>
          </a:p>
          <a:p>
            <a:pPr lvl="1"/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your answers do not match, don’t just copy your partner’s answer. See if you can modify your work to get your partner’s answer. Writing your thought process down helps. 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110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677334" y="722313"/>
            <a:ext cx="7620000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Defining Functions + </a:t>
            </a:r>
            <a:r>
              <a:rPr lang="en-US" dirty="0" err="1" smtClean="0">
                <a:latin typeface="Century Gothic" charset="0"/>
              </a:rPr>
              <a:t>Warmup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Recall how function definition works: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(x):			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foo():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	return 2 ** x			return bar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(4)				bar = 2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				foo()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373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From the reading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224053"/>
              </p:ext>
            </p:extLst>
          </p:nvPr>
        </p:nvGraphicFramePr>
        <p:xfrm>
          <a:off x="1042988" y="2324100"/>
          <a:ext cx="6777037" cy="3508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167137" y="5832475"/>
            <a:ext cx="665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Each type of code has its own procedure. E.g. names have a lookup procedure, assignment has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475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Expression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 expression describes a computation and evaluates to a value.</a:t>
            </a:r>
            <a:endParaRPr lang="en-US" b="1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Computation – process that transforms input to output</a:t>
            </a:r>
          </a:p>
          <a:p>
            <a:pPr lvl="1"/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square(4) describes the process of squaring 4, whose eventual value should be 16.</a:t>
            </a:r>
          </a:p>
          <a:p>
            <a:pPr lvl="1"/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everything works correctly, square(4) is a convenient abstraction for the code that actually does the squaring</a:t>
            </a:r>
          </a:p>
          <a:p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 - </a:t>
            </a:r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convert expression to value (expression -&gt; value)</a:t>
            </a:r>
          </a:p>
          <a:p>
            <a:pPr lvl="1"/>
            <a:r>
              <a:rPr lang="en-US" b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It’s like a function. There are rules you have to follow for each input.</a:t>
            </a:r>
          </a:p>
          <a:p>
            <a:pPr lvl="1"/>
            <a:endParaRPr lang="en-US" b="1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356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175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Evaluation Rules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60513"/>
            <a:ext cx="8246533" cy="49080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Primitive Expressions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number evaluates to a number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string evaluates to a string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Primitive expressions evaluate to themselves!!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Names – Lookup Procedure</a:t>
            </a:r>
          </a:p>
          <a:p>
            <a:pPr lvl="1"/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Look in the current frame</a:t>
            </a:r>
          </a:p>
          <a:p>
            <a:pPr lvl="1"/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If not found, go look in the parent frames (the frame where the function is defined)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Call Expression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the operator and then the operands (from L to R)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Apply the function (value of the operator) to the arguments (values of the operands)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27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Pop Quiz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What does the value of the operator have to be?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A: A function</a:t>
            </a:r>
          </a:p>
          <a:p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What expression can the operator be?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A: An operator can be any expression whose value is a function. It can be a name, call expression, etc.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547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Statement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statement is </a:t>
            </a:r>
            <a:r>
              <a:rPr lang="en-US" i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executed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by the interpreter to achieve an effect.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Each statement has its own rules! You just have to memorize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them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assignment,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while, for, if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Suites are indented (e.g. this block of code belongs to this statement). All the lines belong to the function.</a:t>
            </a:r>
          </a:p>
          <a:p>
            <a:pPr marL="69850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print_lots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():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print(1)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print(True)</a:t>
            </a:r>
          </a:p>
          <a:p>
            <a:pPr marL="69850" indent="0">
              <a:buNone/>
            </a:pP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	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print(“hello world”)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703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Pure </a:t>
            </a:r>
            <a:r>
              <a:rPr lang="en-US" dirty="0" err="1" smtClean="0">
                <a:latin typeface="Century Gothic" charset="0"/>
              </a:rPr>
              <a:t>vs</a:t>
            </a:r>
            <a:r>
              <a:rPr lang="en-US" dirty="0" smtClean="0">
                <a:latin typeface="Century Gothic" charset="0"/>
              </a:rPr>
              <a:t> Non-pure function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Whenever an expression is typed in directly to the interpreter, the interpreter prints it out. Why?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A: e.g. You can use Python like a calculator!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1 + 1		vs.		&gt;&gt;&gt; print(1 + 1)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2					2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printing is different for some values!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 None		vs.		&gt;&gt;&gt; print(None)</a:t>
            </a: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&gt;&gt;&gt;					None</a:t>
            </a:r>
          </a:p>
          <a:p>
            <a:pPr marL="69850" indent="0">
              <a:buNone/>
            </a:pP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69850" indent="0">
              <a:buNone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print function is non-pure because it has this side effect.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985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418752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Recall:</a:t>
            </a:r>
            <a:br>
              <a:rPr lang="en-US" dirty="0" smtClean="0">
                <a:latin typeface="Century Gothic" charset="0"/>
              </a:rPr>
            </a:br>
            <a:r>
              <a:rPr lang="en-US" dirty="0" smtClean="0">
                <a:latin typeface="Century Gothic" charset="0"/>
              </a:rPr>
              <a:t>Rule for Evaluating Call </a:t>
            </a:r>
            <a:r>
              <a:rPr lang="en-US" dirty="0" err="1" smtClean="0">
                <a:latin typeface="Century Gothic" charset="0"/>
              </a:rPr>
              <a:t>Exps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the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operator, then 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the operands (from L to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R)</a:t>
            </a:r>
          </a:p>
          <a:p>
            <a:r>
              <a:rPr lang="en-US" b="1" i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Apply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the function (value of the operator) to the arguments (values of the operands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But what does apply mean?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Create a new frame. This will be the function call’s own namespace (closure)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Bind the formal parameters to the arguments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the body with the new frame as the current frame. 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029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418752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Recall:</a:t>
            </a:r>
            <a:br>
              <a:rPr lang="en-US" dirty="0" smtClean="0">
                <a:latin typeface="Century Gothic" charset="0"/>
              </a:rPr>
            </a:br>
            <a:r>
              <a:rPr lang="en-US" dirty="0" smtClean="0">
                <a:latin typeface="Century Gothic" charset="0"/>
              </a:rPr>
              <a:t>Rule for Evaluating Call </a:t>
            </a:r>
            <a:r>
              <a:rPr lang="en-US" dirty="0" err="1" smtClean="0">
                <a:latin typeface="Century Gothic" charset="0"/>
              </a:rPr>
              <a:t>Exps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3413"/>
            <a:ext cx="383374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</a:t>
            </a:r>
          </a:p>
          <a:p>
            <a:r>
              <a:rPr lang="en-US" b="1" i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Apply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the function (value of the operator) to the arguments (values of the operands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Create a new frame.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Bind the formal parameters to the arguments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the body with the new frame as the current frame. 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49788" y="1903413"/>
            <a:ext cx="24045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square(x):</a:t>
            </a:r>
          </a:p>
          <a:p>
            <a:r>
              <a:rPr lang="en-US" dirty="0" smtClean="0">
                <a:latin typeface="Consolas"/>
                <a:cs typeface="Consolas"/>
              </a:rPr>
              <a:t>    return x * x</a:t>
            </a:r>
          </a:p>
          <a:p>
            <a:r>
              <a:rPr lang="en-US" dirty="0">
                <a:latin typeface="Consolas"/>
                <a:cs typeface="Consolas"/>
              </a:rPr>
              <a:t>s</a:t>
            </a:r>
            <a:r>
              <a:rPr lang="en-US" dirty="0" smtClean="0">
                <a:latin typeface="Consolas"/>
                <a:cs typeface="Consolas"/>
              </a:rPr>
              <a:t>quare(4)</a:t>
            </a:r>
          </a:p>
          <a:p>
            <a:endParaRPr lang="en-US" dirty="0">
              <a:latin typeface="Consolas"/>
              <a:cs typeface="Consolas"/>
            </a:endParaRPr>
          </a:p>
          <a:p>
            <a:endParaRPr lang="en-US" dirty="0" smtClean="0">
              <a:latin typeface="Consolas"/>
              <a:cs typeface="Consolas"/>
            </a:endParaRP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 smtClean="0">
                <a:latin typeface="Consolas"/>
                <a:cs typeface="Consolas"/>
              </a:rPr>
              <a:t>		[Demo]</a:t>
            </a:r>
            <a:endParaRPr lang="en-US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33558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Recall:</a:t>
            </a:r>
            <a:br>
              <a:rPr lang="en-US" dirty="0" smtClean="0">
                <a:latin typeface="Century Gothic" charset="0"/>
              </a:rPr>
            </a:br>
            <a:r>
              <a:rPr lang="en-US" dirty="0" smtClean="0">
                <a:latin typeface="Century Gothic" charset="0"/>
              </a:rPr>
              <a:t>Other Important Rules  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03413"/>
            <a:ext cx="8246533" cy="4565120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Assignment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Evaluate all of the expressions on the RHS of the assignment operator (the =), from left to right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Bind all the names on the LHS to the resulting values in the current frame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[ Tip ] Names can only bind to values, not other names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Lookup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Look in the current frame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not found, go look in the parent frames (the frame where the function is defined).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do not have to display built-in functions/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func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calls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3995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7223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In Summary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581896"/>
              </p:ext>
            </p:extLst>
          </p:nvPr>
        </p:nvGraphicFramePr>
        <p:xfrm>
          <a:off x="1042988" y="2324100"/>
          <a:ext cx="6777037" cy="3508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3568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739246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Optional Section Homework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933" y="2092854"/>
            <a:ext cx="8111067" cy="4155546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This will be used to </a:t>
            </a:r>
            <a:r>
              <a:rPr lang="en-US" b="1" i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mark attendance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for the next section for midterm recovery. Will help participation (but you can participate in other ways as well!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). 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Some other TAs give quizzes instead.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These should take at most 15 minutes, if you keep up with your reading.</a:t>
            </a:r>
          </a:p>
          <a:p>
            <a:r>
              <a:rPr lang="en-US" i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Submit using any format (email/next week)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 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effort, but use your time wisely. 10 minutes of BS &lt; 10 minutes of </a:t>
            </a:r>
            <a:r>
              <a:rPr lang="en-US" b="1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citing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the textbook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Feel free to make your own questions!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30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739246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Optional Section Homework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4" y="1985440"/>
            <a:ext cx="5926667" cy="3263900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We’re going to write a function that takes in two numbers and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returns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sum of their square roots.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break this problem down: how to define a function, how to add, how to take a square root. Google if you are stuck.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will the function signature be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Before you code, write a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docstring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for your function with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doctests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 Given 25 and 16, what do you expect the output of this function to be?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Write the code for this function.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an environment diagram for the code to the right. Replace “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your_fn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” with the function above. Your name for the function must be better than “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your_fn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”</a:t>
            </a: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can I improve your discussion experience?</a:t>
            </a:r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23465" y="4341399"/>
            <a:ext cx="30818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6713" lvl="1" indent="0">
              <a:buNone/>
            </a:pPr>
            <a:r>
              <a:rPr lang="en-US" sz="1400" dirty="0" err="1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sz="1400" dirty="0" err="1">
                <a:solidFill>
                  <a:srgbClr val="4A6300"/>
                </a:solidFill>
                <a:latin typeface="Consolas"/>
                <a:cs typeface="Consolas"/>
              </a:rPr>
              <a:t>your_fn</a:t>
            </a: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…:</a:t>
            </a:r>
          </a:p>
          <a:p>
            <a:pPr marL="366713" lvl="1" indent="0">
              <a:buNone/>
            </a:pPr>
            <a:r>
              <a:rPr lang="en-US" sz="1400" dirty="0">
                <a:solidFill>
                  <a:srgbClr val="4A6300"/>
                </a:solidFill>
                <a:latin typeface="Consolas"/>
                <a:cs typeface="Consolas"/>
              </a:rPr>
              <a:t>	…</a:t>
            </a: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a, b, c = max, </a:t>
            </a: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your_fn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, \ </a:t>
            </a: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your_fn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(9, 9)</a:t>
            </a:r>
          </a:p>
          <a:p>
            <a:pPr marL="366713" lvl="1" indent="0">
              <a:buNone/>
            </a:pPr>
            <a:endParaRPr lang="en-US" sz="1400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marL="366713" lvl="1" indent="0">
              <a:buNone/>
            </a:pP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b(a(c, </a:t>
            </a: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your_fn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(16, 25)),\  </a:t>
            </a:r>
            <a:r>
              <a:rPr lang="en-US" sz="1400" dirty="0" err="1" smtClean="0">
                <a:solidFill>
                  <a:srgbClr val="4A6300"/>
                </a:solidFill>
                <a:latin typeface="Consolas"/>
                <a:cs typeface="Consolas"/>
              </a:rPr>
              <a:t>your_fn</a:t>
            </a:r>
            <a:r>
              <a:rPr lang="en-US" sz="1400" dirty="0" smtClean="0">
                <a:solidFill>
                  <a:srgbClr val="4A6300"/>
                </a:solidFill>
                <a:latin typeface="Consolas"/>
                <a:cs typeface="Consolas"/>
              </a:rPr>
              <a:t>(c + 3, 6 * 6))  </a:t>
            </a:r>
            <a:endParaRPr lang="en-US" sz="1400" dirty="0">
              <a:solidFill>
                <a:srgbClr val="4A6300"/>
              </a:solidFill>
              <a:latin typeface="Consolas"/>
              <a:cs typeface="Consolas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09860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5951</TotalTime>
  <Words>1360</Words>
  <Application>Microsoft Macintosh PowerPoint</Application>
  <PresentationFormat>On-screen Show (4:3)</PresentationFormat>
  <Paragraphs>193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discussion0</vt:lpstr>
      <vt:lpstr>Welcome to CS61A Disc 1 Sect. 29/47 :D</vt:lpstr>
      <vt:lpstr>Anuncios</vt:lpstr>
      <vt:lpstr>Programming Language</vt:lpstr>
      <vt:lpstr>Programming Language</vt:lpstr>
      <vt:lpstr>Programming Language</vt:lpstr>
      <vt:lpstr>Defining Functions + Warmup</vt:lpstr>
      <vt:lpstr>Defining Functions + Warmup</vt:lpstr>
      <vt:lpstr>From the reading</vt:lpstr>
      <vt:lpstr>Expression</vt:lpstr>
      <vt:lpstr>Evaluation Rules</vt:lpstr>
      <vt:lpstr>Pop Quiz</vt:lpstr>
      <vt:lpstr>Statement</vt:lpstr>
      <vt:lpstr>Pure vs Non-pure function</vt:lpstr>
      <vt:lpstr>Recall: Rule for Evaluating Call Exps</vt:lpstr>
      <vt:lpstr>Recall: Rule for Evaluating Call Exps</vt:lpstr>
      <vt:lpstr>Recall: Other Important Rules  </vt:lpstr>
      <vt:lpstr>In Summary</vt:lpstr>
      <vt:lpstr>Optional Section Homework</vt:lpstr>
      <vt:lpstr>Optional Section Homework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60</cp:revision>
  <dcterms:created xsi:type="dcterms:W3CDTF">2014-08-28T16:21:02Z</dcterms:created>
  <dcterms:modified xsi:type="dcterms:W3CDTF">2014-09-04T20:52:39Z</dcterms:modified>
</cp:coreProperties>
</file>