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-120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interSettings" Target="printerSettings/printerSettings1.bin"/><Relationship Id="rId9" Type="http://schemas.openxmlformats.org/officeDocument/2006/relationships/presProps" Target="presProps.xml"/><Relationship Id="rId1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8/30/14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8/30/14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August 30,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August 30,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Lab 1 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733925" y="4421188"/>
            <a:ext cx="3309938" cy="1260475"/>
          </a:xfrm>
        </p:spPr>
        <p:txBody>
          <a:bodyPr/>
          <a:lstStyle/>
          <a:p>
            <a:r>
              <a:rPr lang="en-US">
                <a:latin typeface="Century Gothic" charset="0"/>
              </a:rPr>
              <a:t>Dickson Tsai</a:t>
            </a:r>
          </a:p>
          <a:p>
            <a:r>
              <a:rPr lang="en-US">
                <a:latin typeface="Century Gothic" charset="0"/>
                <a:hlinkClick r:id="rId2"/>
              </a:rPr>
              <a:t>dickson.tsai@berkeley.edu</a:t>
            </a:r>
            <a:endParaRPr lang="en-US">
              <a:latin typeface="Century Gothic" charset="0"/>
            </a:endParaRPr>
          </a:p>
          <a:p>
            <a:r>
              <a:rPr lang="en-US">
                <a:latin typeface="Century Gothic" charset="0"/>
              </a:rPr>
              <a:t>OH: Tu, Th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UNIX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Your Own Machine 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Control and Higher Order Functions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 charset="0"/>
              </a:rPr>
              <a:t>Anuncios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Divide yourselves based on: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Windows user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Mac/Linux user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Already set up Python and did the lab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Post-lab activities – Work together to build something cool!!!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Work with the Shakespeare data set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a program that gives you the current headlines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something that you see yourself using tonight</a:t>
            </a:r>
          </a:p>
          <a:p>
            <a:pPr lvl="1"/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Section Homework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467" y="2092854"/>
            <a:ext cx="7365999" cy="4155546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will be used to mark attendance for the next section for midterm recovery. Will help participation (but you can participate in other ways as well!)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should take at most 15 minutes, if you keep up with your reading.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Submit with voice recording, email, paper, slideshow, however you want.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effort, but use your time wisely. 10 minutes of BS &lt; 10 minutes of </a:t>
            </a:r>
            <a:r>
              <a:rPr lang="en-US" b="1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citing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the textbook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Feel free to make your own questions!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930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1027113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Optional Section Homework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names/assignment provide abstraction?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does Python evaluate a call expression?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does Python evaluate primitive expressions?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a function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square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that takes in a number and returns the square of that number.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Now write call expressions that call the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square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function. Try nesting once you get the basics!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Note that the operator can be expressed using a call expression. How can this be useful?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f(2)(3, 4)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98605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4544</TotalTime>
  <Words>294</Words>
  <Application>Microsoft Macintosh PowerPoint</Application>
  <PresentationFormat>On-screen Show (4:3)</PresentationFormat>
  <Paragraphs>38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Century Gothic</vt:lpstr>
      <vt:lpstr>ＭＳ Ｐゴシック</vt:lpstr>
      <vt:lpstr>Arial</vt:lpstr>
      <vt:lpstr>Wingdings 2</vt:lpstr>
      <vt:lpstr>Calibri</vt:lpstr>
      <vt:lpstr>Avenir Book</vt:lpstr>
      <vt:lpstr>Wingdings</vt:lpstr>
      <vt:lpstr>Consolas</vt:lpstr>
      <vt:lpstr>discussion0</vt:lpstr>
      <vt:lpstr>Welcome to CS61A Lab 1 Sect. 29/47 :D</vt:lpstr>
      <vt:lpstr>Anuncios</vt:lpstr>
      <vt:lpstr>Optional Section Homework</vt:lpstr>
      <vt:lpstr>Optional Section Homework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26</cp:revision>
  <dcterms:created xsi:type="dcterms:W3CDTF">2014-08-28T16:21:02Z</dcterms:created>
  <dcterms:modified xsi:type="dcterms:W3CDTF">2014-09-02T17:47:26Z</dcterms:modified>
</cp:coreProperties>
</file>