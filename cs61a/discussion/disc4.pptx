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8" r:id="rId3"/>
    <p:sldId id="271" r:id="rId4"/>
    <p:sldId id="305" r:id="rId5"/>
    <p:sldId id="306" r:id="rId6"/>
    <p:sldId id="307" r:id="rId7"/>
    <p:sldId id="257" r:id="rId8"/>
    <p:sldId id="303" r:id="rId9"/>
    <p:sldId id="260" r:id="rId10"/>
    <p:sldId id="308" r:id="rId11"/>
    <p:sldId id="315" r:id="rId12"/>
    <p:sldId id="309" r:id="rId13"/>
    <p:sldId id="304" r:id="rId14"/>
    <p:sldId id="311" r:id="rId15"/>
    <p:sldId id="312" r:id="rId16"/>
    <p:sldId id="313" r:id="rId17"/>
    <p:sldId id="314" r:id="rId18"/>
    <p:sldId id="279" r:id="rId19"/>
    <p:sldId id="317" r:id="rId20"/>
    <p:sldId id="316" r:id="rId21"/>
    <p:sldId id="318" r:id="rId22"/>
    <p:sldId id="310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804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102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C24117-8F5A-4040-B2DD-491E46723B45}" type="doc">
      <dgm:prSet loTypeId="urn:microsoft.com/office/officeart/2005/8/layout/matrix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DCF49-682B-2547-B70B-13F4530666F5}">
      <dgm:prSet/>
      <dgm:spPr/>
      <dgm:t>
        <a:bodyPr/>
        <a:lstStyle/>
        <a:p>
          <a:pPr rtl="0"/>
          <a:r>
            <a:rPr lang="en-US" smtClean="0"/>
            <a:t>City instance</a:t>
          </a:r>
          <a:endParaRPr lang="en-US"/>
        </a:p>
      </dgm:t>
    </dgm:pt>
    <dgm:pt modelId="{09E3A46E-4037-7440-A101-618E9EFF2920}" type="parTrans" cxnId="{A341F0E0-1BAE-A148-A926-B4283B6EF409}">
      <dgm:prSet/>
      <dgm:spPr/>
      <dgm:t>
        <a:bodyPr/>
        <a:lstStyle/>
        <a:p>
          <a:endParaRPr lang="en-US"/>
        </a:p>
      </dgm:t>
    </dgm:pt>
    <dgm:pt modelId="{B1748DD7-FAD4-1948-810B-F209748002BB}" type="sibTrans" cxnId="{A341F0E0-1BAE-A148-A926-B4283B6EF409}">
      <dgm:prSet/>
      <dgm:spPr/>
      <dgm:t>
        <a:bodyPr/>
        <a:lstStyle/>
        <a:p>
          <a:endParaRPr lang="en-US"/>
        </a:p>
      </dgm:t>
    </dgm:pt>
    <dgm:pt modelId="{BC62D9AA-6780-EF4A-9906-E69E77929B62}">
      <dgm:prSet/>
      <dgm:spPr/>
      <dgm:t>
        <a:bodyPr/>
        <a:lstStyle/>
        <a:p>
          <a:pPr rtl="0"/>
          <a:r>
            <a:rPr lang="en-US" dirty="0" smtClean="0"/>
            <a:t>Madrid</a:t>
          </a:r>
          <a:endParaRPr lang="en-US" dirty="0"/>
        </a:p>
      </dgm:t>
    </dgm:pt>
    <dgm:pt modelId="{B12D78DC-9E0A-644E-9B7F-2CAC96EDCB09}" type="parTrans" cxnId="{E0BA70C2-8B8A-8D41-8BBE-EA18B536DC27}">
      <dgm:prSet/>
      <dgm:spPr/>
      <dgm:t>
        <a:bodyPr/>
        <a:lstStyle/>
        <a:p>
          <a:endParaRPr lang="en-US"/>
        </a:p>
      </dgm:t>
    </dgm:pt>
    <dgm:pt modelId="{2EA7B5CD-C736-3247-AA4E-D0CF749EB9B8}" type="sibTrans" cxnId="{E0BA70C2-8B8A-8D41-8BBE-EA18B536DC27}">
      <dgm:prSet/>
      <dgm:spPr/>
      <dgm:t>
        <a:bodyPr/>
        <a:lstStyle/>
        <a:p>
          <a:endParaRPr lang="en-US"/>
        </a:p>
      </dgm:t>
    </dgm:pt>
    <dgm:pt modelId="{A725F495-AD7F-A74D-A8FC-16D7EDE113D2}">
      <dgm:prSet/>
      <dgm:spPr/>
      <dgm:t>
        <a:bodyPr/>
        <a:lstStyle/>
        <a:p>
          <a:pPr rtl="0"/>
          <a:r>
            <a:rPr lang="en-US" dirty="0" smtClean="0"/>
            <a:t>40N</a:t>
          </a:r>
          <a:endParaRPr lang="en-US" dirty="0"/>
        </a:p>
      </dgm:t>
    </dgm:pt>
    <dgm:pt modelId="{657A6D2B-1605-1948-A0FA-C32DDCAAA658}" type="parTrans" cxnId="{8B7F48A3-FC49-8F46-9ACB-BF68113781C6}">
      <dgm:prSet/>
      <dgm:spPr/>
      <dgm:t>
        <a:bodyPr/>
        <a:lstStyle/>
        <a:p>
          <a:endParaRPr lang="en-US"/>
        </a:p>
      </dgm:t>
    </dgm:pt>
    <dgm:pt modelId="{628C5CC9-8E7E-234E-B1B8-8B3BE5A6E49F}" type="sibTrans" cxnId="{8B7F48A3-FC49-8F46-9ACB-BF68113781C6}">
      <dgm:prSet/>
      <dgm:spPr/>
      <dgm:t>
        <a:bodyPr/>
        <a:lstStyle/>
        <a:p>
          <a:endParaRPr lang="en-US"/>
        </a:p>
      </dgm:t>
    </dgm:pt>
    <dgm:pt modelId="{B9307DBE-5E37-7F47-9FB1-2B8F0BECCBF5}">
      <dgm:prSet/>
      <dgm:spPr/>
      <dgm:t>
        <a:bodyPr/>
        <a:lstStyle/>
        <a:p>
          <a:pPr rtl="0"/>
          <a:r>
            <a:rPr lang="en-US" dirty="0" smtClean="0"/>
            <a:t>3W</a:t>
          </a:r>
          <a:endParaRPr lang="en-US" dirty="0"/>
        </a:p>
      </dgm:t>
    </dgm:pt>
    <dgm:pt modelId="{ECF3C553-1DFE-CE46-8FB5-0729FE066DF0}" type="parTrans" cxnId="{163C37C5-DFB4-9840-BB32-6773CFEC82C5}">
      <dgm:prSet/>
      <dgm:spPr/>
      <dgm:t>
        <a:bodyPr/>
        <a:lstStyle/>
        <a:p>
          <a:endParaRPr lang="en-US"/>
        </a:p>
      </dgm:t>
    </dgm:pt>
    <dgm:pt modelId="{123E9EC1-7785-9940-9667-BC329F5E2438}" type="sibTrans" cxnId="{163C37C5-DFB4-9840-BB32-6773CFEC82C5}">
      <dgm:prSet/>
      <dgm:spPr/>
      <dgm:t>
        <a:bodyPr/>
        <a:lstStyle/>
        <a:p>
          <a:endParaRPr lang="en-US"/>
        </a:p>
      </dgm:t>
    </dgm:pt>
    <dgm:pt modelId="{176DCE5B-4A69-E241-A0A9-C4E8350E9FF0}" type="pres">
      <dgm:prSet presAssocID="{FCC24117-8F5A-4040-B2DD-491E46723B45}" presName="matrix" presStyleCnt="0">
        <dgm:presLayoutVars>
          <dgm:chMax val="1"/>
          <dgm:dir/>
          <dgm:resizeHandles val="exact"/>
        </dgm:presLayoutVars>
      </dgm:prSet>
      <dgm:spPr/>
    </dgm:pt>
    <dgm:pt modelId="{90579E20-3D09-5C40-AC1E-B42FCD3CA397}" type="pres">
      <dgm:prSet presAssocID="{FCC24117-8F5A-4040-B2DD-491E46723B45}" presName="diamond" presStyleLbl="bgShp" presStyleIdx="0" presStyleCnt="1"/>
      <dgm:spPr/>
    </dgm:pt>
    <dgm:pt modelId="{C0B95AB3-D150-574A-BF7F-7CB23DC00A26}" type="pres">
      <dgm:prSet presAssocID="{FCC24117-8F5A-4040-B2DD-491E46723B4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F131FD5-83EC-0349-B928-2803720C7664}" type="pres">
      <dgm:prSet presAssocID="{FCC24117-8F5A-4040-B2DD-491E46723B45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8725C0-BA9C-A546-B857-9622D3B42F36}" type="pres">
      <dgm:prSet presAssocID="{FCC24117-8F5A-4040-B2DD-491E46723B4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BD63B3-3E49-F646-B6A3-6E5BE5D244D7}" type="pres">
      <dgm:prSet presAssocID="{FCC24117-8F5A-4040-B2DD-491E46723B45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DF5679-5A86-EB4F-953D-3FBBEC6F9C2D}" type="presOf" srcId="{B9307DBE-5E37-7F47-9FB1-2B8F0BECCBF5}" destId="{16BD63B3-3E49-F646-B6A3-6E5BE5D244D7}" srcOrd="0" destOrd="0" presId="urn:microsoft.com/office/officeart/2005/8/layout/matrix3"/>
    <dgm:cxn modelId="{F860E7AF-61DB-7043-9EC9-D36E60169581}" type="presOf" srcId="{A725F495-AD7F-A74D-A8FC-16D7EDE113D2}" destId="{868725C0-BA9C-A546-B857-9622D3B42F36}" srcOrd="0" destOrd="0" presId="urn:microsoft.com/office/officeart/2005/8/layout/matrix3"/>
    <dgm:cxn modelId="{163C37C5-DFB4-9840-BB32-6773CFEC82C5}" srcId="{FCC24117-8F5A-4040-B2DD-491E46723B45}" destId="{B9307DBE-5E37-7F47-9FB1-2B8F0BECCBF5}" srcOrd="3" destOrd="0" parTransId="{ECF3C553-1DFE-CE46-8FB5-0729FE066DF0}" sibTransId="{123E9EC1-7785-9940-9667-BC329F5E2438}"/>
    <dgm:cxn modelId="{8B7F48A3-FC49-8F46-9ACB-BF68113781C6}" srcId="{FCC24117-8F5A-4040-B2DD-491E46723B45}" destId="{A725F495-AD7F-A74D-A8FC-16D7EDE113D2}" srcOrd="2" destOrd="0" parTransId="{657A6D2B-1605-1948-A0FA-C32DDCAAA658}" sibTransId="{628C5CC9-8E7E-234E-B1B8-8B3BE5A6E49F}"/>
    <dgm:cxn modelId="{ABB50757-E28F-5A42-8CFC-E5D8B7979A9E}" type="presOf" srcId="{31FDCF49-682B-2547-B70B-13F4530666F5}" destId="{C0B95AB3-D150-574A-BF7F-7CB23DC00A26}" srcOrd="0" destOrd="0" presId="urn:microsoft.com/office/officeart/2005/8/layout/matrix3"/>
    <dgm:cxn modelId="{A341F0E0-1BAE-A148-A926-B4283B6EF409}" srcId="{FCC24117-8F5A-4040-B2DD-491E46723B45}" destId="{31FDCF49-682B-2547-B70B-13F4530666F5}" srcOrd="0" destOrd="0" parTransId="{09E3A46E-4037-7440-A101-618E9EFF2920}" sibTransId="{B1748DD7-FAD4-1948-810B-F209748002BB}"/>
    <dgm:cxn modelId="{B742ED7D-34FE-AF46-8573-E7877A677E3C}" type="presOf" srcId="{FCC24117-8F5A-4040-B2DD-491E46723B45}" destId="{176DCE5B-4A69-E241-A0A9-C4E8350E9FF0}" srcOrd="0" destOrd="0" presId="urn:microsoft.com/office/officeart/2005/8/layout/matrix3"/>
    <dgm:cxn modelId="{E0BA70C2-8B8A-8D41-8BBE-EA18B536DC27}" srcId="{FCC24117-8F5A-4040-B2DD-491E46723B45}" destId="{BC62D9AA-6780-EF4A-9906-E69E77929B62}" srcOrd="1" destOrd="0" parTransId="{B12D78DC-9E0A-644E-9B7F-2CAC96EDCB09}" sibTransId="{2EA7B5CD-C736-3247-AA4E-D0CF749EB9B8}"/>
    <dgm:cxn modelId="{8F436159-3868-1843-A4FB-C1C240375F58}" type="presOf" srcId="{BC62D9AA-6780-EF4A-9906-E69E77929B62}" destId="{1F131FD5-83EC-0349-B928-2803720C7664}" srcOrd="0" destOrd="0" presId="urn:microsoft.com/office/officeart/2005/8/layout/matrix3"/>
    <dgm:cxn modelId="{028D3C11-4E15-5A4D-B6E1-684E12A910B5}" type="presParOf" srcId="{176DCE5B-4A69-E241-A0A9-C4E8350E9FF0}" destId="{90579E20-3D09-5C40-AC1E-B42FCD3CA397}" srcOrd="0" destOrd="0" presId="urn:microsoft.com/office/officeart/2005/8/layout/matrix3"/>
    <dgm:cxn modelId="{9020BF6D-EBE3-CD41-9023-D20080A1E7B3}" type="presParOf" srcId="{176DCE5B-4A69-E241-A0A9-C4E8350E9FF0}" destId="{C0B95AB3-D150-574A-BF7F-7CB23DC00A26}" srcOrd="1" destOrd="0" presId="urn:microsoft.com/office/officeart/2005/8/layout/matrix3"/>
    <dgm:cxn modelId="{18090952-27CE-294C-A83C-2305C5E2828B}" type="presParOf" srcId="{176DCE5B-4A69-E241-A0A9-C4E8350E9FF0}" destId="{1F131FD5-83EC-0349-B928-2803720C7664}" srcOrd="2" destOrd="0" presId="urn:microsoft.com/office/officeart/2005/8/layout/matrix3"/>
    <dgm:cxn modelId="{0B815BB1-EEFE-B242-837C-EA69894FBF4F}" type="presParOf" srcId="{176DCE5B-4A69-E241-A0A9-C4E8350E9FF0}" destId="{868725C0-BA9C-A546-B857-9622D3B42F36}" srcOrd="3" destOrd="0" presId="urn:microsoft.com/office/officeart/2005/8/layout/matrix3"/>
    <dgm:cxn modelId="{46AE108B-CB07-6447-9E16-C6A75795E7DC}" type="presParOf" srcId="{176DCE5B-4A69-E241-A0A9-C4E8350E9FF0}" destId="{16BD63B3-3E49-F646-B6A3-6E5BE5D244D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C24117-8F5A-4040-B2DD-491E46723B45}" type="doc">
      <dgm:prSet loTypeId="urn:microsoft.com/office/officeart/2005/8/layout/matrix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DCF49-682B-2547-B70B-13F4530666F5}">
      <dgm:prSet/>
      <dgm:spPr/>
      <dgm:t>
        <a:bodyPr/>
        <a:lstStyle/>
        <a:p>
          <a:pPr rtl="0"/>
          <a:r>
            <a:rPr lang="en-US" dirty="0" smtClean="0"/>
            <a:t>City instance</a:t>
          </a:r>
          <a:endParaRPr lang="en-US" dirty="0"/>
        </a:p>
      </dgm:t>
    </dgm:pt>
    <dgm:pt modelId="{09E3A46E-4037-7440-A101-618E9EFF2920}" type="parTrans" cxnId="{A341F0E0-1BAE-A148-A926-B4283B6EF409}">
      <dgm:prSet/>
      <dgm:spPr/>
      <dgm:t>
        <a:bodyPr/>
        <a:lstStyle/>
        <a:p>
          <a:endParaRPr lang="en-US"/>
        </a:p>
      </dgm:t>
    </dgm:pt>
    <dgm:pt modelId="{B1748DD7-FAD4-1948-810B-F209748002BB}" type="sibTrans" cxnId="{A341F0E0-1BAE-A148-A926-B4283B6EF409}">
      <dgm:prSet/>
      <dgm:spPr/>
      <dgm:t>
        <a:bodyPr/>
        <a:lstStyle/>
        <a:p>
          <a:endParaRPr lang="en-US"/>
        </a:p>
      </dgm:t>
    </dgm:pt>
    <dgm:pt modelId="{B9307DBE-5E37-7F47-9FB1-2B8F0BECCBF5}">
      <dgm:prSet/>
      <dgm:spPr/>
      <dgm:t>
        <a:bodyPr/>
        <a:lstStyle/>
        <a:p>
          <a:pPr rtl="0"/>
          <a:r>
            <a:rPr lang="en-US" dirty="0" smtClean="0"/>
            <a:t>151E</a:t>
          </a:r>
          <a:endParaRPr lang="en-US" dirty="0"/>
        </a:p>
      </dgm:t>
    </dgm:pt>
    <dgm:pt modelId="{ECF3C553-1DFE-CE46-8FB5-0729FE066DF0}" type="parTrans" cxnId="{163C37C5-DFB4-9840-BB32-6773CFEC82C5}">
      <dgm:prSet/>
      <dgm:spPr/>
      <dgm:t>
        <a:bodyPr/>
        <a:lstStyle/>
        <a:p>
          <a:endParaRPr lang="en-US"/>
        </a:p>
      </dgm:t>
    </dgm:pt>
    <dgm:pt modelId="{123E9EC1-7785-9940-9667-BC329F5E2438}" type="sibTrans" cxnId="{163C37C5-DFB4-9840-BB32-6773CFEC82C5}">
      <dgm:prSet/>
      <dgm:spPr/>
      <dgm:t>
        <a:bodyPr/>
        <a:lstStyle/>
        <a:p>
          <a:endParaRPr lang="en-US"/>
        </a:p>
      </dgm:t>
    </dgm:pt>
    <dgm:pt modelId="{16CBA547-0ABC-0047-8223-2AA88AFCB7EE}">
      <dgm:prSet/>
      <dgm:spPr/>
      <dgm:t>
        <a:bodyPr/>
        <a:lstStyle/>
        <a:p>
          <a:pPr rtl="0"/>
          <a:r>
            <a:rPr lang="en-US" dirty="0" smtClean="0"/>
            <a:t>Sydney</a:t>
          </a:r>
          <a:endParaRPr lang="en-US" dirty="0"/>
        </a:p>
      </dgm:t>
    </dgm:pt>
    <dgm:pt modelId="{888C7012-6A64-484A-8AE6-24E03E6E7400}" type="parTrans" cxnId="{6E91A663-9450-E347-9884-F00C7D811F6F}">
      <dgm:prSet/>
      <dgm:spPr/>
      <dgm:t>
        <a:bodyPr/>
        <a:lstStyle/>
        <a:p>
          <a:endParaRPr lang="en-US"/>
        </a:p>
      </dgm:t>
    </dgm:pt>
    <dgm:pt modelId="{DBFD17D6-0CE9-7343-B9CD-C4903B7AEB15}" type="sibTrans" cxnId="{6E91A663-9450-E347-9884-F00C7D811F6F}">
      <dgm:prSet/>
      <dgm:spPr/>
      <dgm:t>
        <a:bodyPr/>
        <a:lstStyle/>
        <a:p>
          <a:endParaRPr lang="en-US"/>
        </a:p>
      </dgm:t>
    </dgm:pt>
    <dgm:pt modelId="{639C1026-3235-8A41-9454-77BB5C05C60A}">
      <dgm:prSet/>
      <dgm:spPr/>
      <dgm:t>
        <a:bodyPr/>
        <a:lstStyle/>
        <a:p>
          <a:pPr rtl="0"/>
          <a:r>
            <a:rPr lang="en-US" dirty="0" smtClean="0"/>
            <a:t>33S</a:t>
          </a:r>
          <a:endParaRPr lang="en-US" dirty="0"/>
        </a:p>
      </dgm:t>
    </dgm:pt>
    <dgm:pt modelId="{C5CBFF4B-7117-A846-9561-4EA8722D4ED0}" type="parTrans" cxnId="{610F1CE2-A777-4345-8D4A-9D45640159AF}">
      <dgm:prSet/>
      <dgm:spPr/>
      <dgm:t>
        <a:bodyPr/>
        <a:lstStyle/>
        <a:p>
          <a:endParaRPr lang="en-US"/>
        </a:p>
      </dgm:t>
    </dgm:pt>
    <dgm:pt modelId="{7B3ED494-B83F-734B-AF4A-1C07493EEA4E}" type="sibTrans" cxnId="{610F1CE2-A777-4345-8D4A-9D45640159AF}">
      <dgm:prSet/>
      <dgm:spPr/>
      <dgm:t>
        <a:bodyPr/>
        <a:lstStyle/>
        <a:p>
          <a:endParaRPr lang="en-US"/>
        </a:p>
      </dgm:t>
    </dgm:pt>
    <dgm:pt modelId="{176DCE5B-4A69-E241-A0A9-C4E8350E9FF0}" type="pres">
      <dgm:prSet presAssocID="{FCC24117-8F5A-4040-B2DD-491E46723B45}" presName="matrix" presStyleCnt="0">
        <dgm:presLayoutVars>
          <dgm:chMax val="1"/>
          <dgm:dir/>
          <dgm:resizeHandles val="exact"/>
        </dgm:presLayoutVars>
      </dgm:prSet>
      <dgm:spPr/>
    </dgm:pt>
    <dgm:pt modelId="{90579E20-3D09-5C40-AC1E-B42FCD3CA397}" type="pres">
      <dgm:prSet presAssocID="{FCC24117-8F5A-4040-B2DD-491E46723B45}" presName="diamond" presStyleLbl="bgShp" presStyleIdx="0" presStyleCnt="1"/>
      <dgm:spPr/>
    </dgm:pt>
    <dgm:pt modelId="{C0B95AB3-D150-574A-BF7F-7CB23DC00A26}" type="pres">
      <dgm:prSet presAssocID="{FCC24117-8F5A-4040-B2DD-491E46723B4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F131FD5-83EC-0349-B928-2803720C7664}" type="pres">
      <dgm:prSet presAssocID="{FCC24117-8F5A-4040-B2DD-491E46723B45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8725C0-BA9C-A546-B857-9622D3B42F36}" type="pres">
      <dgm:prSet presAssocID="{FCC24117-8F5A-4040-B2DD-491E46723B45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BD63B3-3E49-F646-B6A3-6E5BE5D244D7}" type="pres">
      <dgm:prSet presAssocID="{FCC24117-8F5A-4040-B2DD-491E46723B45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64D65D-C729-9C4B-9EF3-8FC24A036BB8}" type="presOf" srcId="{B9307DBE-5E37-7F47-9FB1-2B8F0BECCBF5}" destId="{16BD63B3-3E49-F646-B6A3-6E5BE5D244D7}" srcOrd="0" destOrd="0" presId="urn:microsoft.com/office/officeart/2005/8/layout/matrix3"/>
    <dgm:cxn modelId="{4265D78D-9C7E-5843-A189-6C13F3771F21}" type="presOf" srcId="{16CBA547-0ABC-0047-8223-2AA88AFCB7EE}" destId="{1F131FD5-83EC-0349-B928-2803720C7664}" srcOrd="0" destOrd="0" presId="urn:microsoft.com/office/officeart/2005/8/layout/matrix3"/>
    <dgm:cxn modelId="{3E472F0A-09AC-F646-9039-61563214EB84}" type="presOf" srcId="{639C1026-3235-8A41-9454-77BB5C05C60A}" destId="{868725C0-BA9C-A546-B857-9622D3B42F36}" srcOrd="0" destOrd="0" presId="urn:microsoft.com/office/officeart/2005/8/layout/matrix3"/>
    <dgm:cxn modelId="{6E91A663-9450-E347-9884-F00C7D811F6F}" srcId="{FCC24117-8F5A-4040-B2DD-491E46723B45}" destId="{16CBA547-0ABC-0047-8223-2AA88AFCB7EE}" srcOrd="1" destOrd="0" parTransId="{888C7012-6A64-484A-8AE6-24E03E6E7400}" sibTransId="{DBFD17D6-0CE9-7343-B9CD-C4903B7AEB15}"/>
    <dgm:cxn modelId="{610F1CE2-A777-4345-8D4A-9D45640159AF}" srcId="{FCC24117-8F5A-4040-B2DD-491E46723B45}" destId="{639C1026-3235-8A41-9454-77BB5C05C60A}" srcOrd="2" destOrd="0" parTransId="{C5CBFF4B-7117-A846-9561-4EA8722D4ED0}" sibTransId="{7B3ED494-B83F-734B-AF4A-1C07493EEA4E}"/>
    <dgm:cxn modelId="{163C37C5-DFB4-9840-BB32-6773CFEC82C5}" srcId="{FCC24117-8F5A-4040-B2DD-491E46723B45}" destId="{B9307DBE-5E37-7F47-9FB1-2B8F0BECCBF5}" srcOrd="3" destOrd="0" parTransId="{ECF3C553-1DFE-CE46-8FB5-0729FE066DF0}" sibTransId="{123E9EC1-7785-9940-9667-BC329F5E2438}"/>
    <dgm:cxn modelId="{00BE8ECC-11BD-AF42-B185-4CB892F81F82}" type="presOf" srcId="{31FDCF49-682B-2547-B70B-13F4530666F5}" destId="{C0B95AB3-D150-574A-BF7F-7CB23DC00A26}" srcOrd="0" destOrd="0" presId="urn:microsoft.com/office/officeart/2005/8/layout/matrix3"/>
    <dgm:cxn modelId="{A341F0E0-1BAE-A148-A926-B4283B6EF409}" srcId="{FCC24117-8F5A-4040-B2DD-491E46723B45}" destId="{31FDCF49-682B-2547-B70B-13F4530666F5}" srcOrd="0" destOrd="0" parTransId="{09E3A46E-4037-7440-A101-618E9EFF2920}" sibTransId="{B1748DD7-FAD4-1948-810B-F209748002BB}"/>
    <dgm:cxn modelId="{956F536D-5256-4345-9C7B-EA825C8F8E3F}" type="presOf" srcId="{FCC24117-8F5A-4040-B2DD-491E46723B45}" destId="{176DCE5B-4A69-E241-A0A9-C4E8350E9FF0}" srcOrd="0" destOrd="0" presId="urn:microsoft.com/office/officeart/2005/8/layout/matrix3"/>
    <dgm:cxn modelId="{CAEE5AD9-B5A4-5C47-A4F5-587DB239C346}" type="presParOf" srcId="{176DCE5B-4A69-E241-A0A9-C4E8350E9FF0}" destId="{90579E20-3D09-5C40-AC1E-B42FCD3CA397}" srcOrd="0" destOrd="0" presId="urn:microsoft.com/office/officeart/2005/8/layout/matrix3"/>
    <dgm:cxn modelId="{74515219-BF8B-6E44-BF77-656831341540}" type="presParOf" srcId="{176DCE5B-4A69-E241-A0A9-C4E8350E9FF0}" destId="{C0B95AB3-D150-574A-BF7F-7CB23DC00A26}" srcOrd="1" destOrd="0" presId="urn:microsoft.com/office/officeart/2005/8/layout/matrix3"/>
    <dgm:cxn modelId="{A889BEBF-CC48-774B-9F2A-14C5673E2992}" type="presParOf" srcId="{176DCE5B-4A69-E241-A0A9-C4E8350E9FF0}" destId="{1F131FD5-83EC-0349-B928-2803720C7664}" srcOrd="2" destOrd="0" presId="urn:microsoft.com/office/officeart/2005/8/layout/matrix3"/>
    <dgm:cxn modelId="{C4CC2325-212C-0F4C-B9DE-A38BB4602F40}" type="presParOf" srcId="{176DCE5B-4A69-E241-A0A9-C4E8350E9FF0}" destId="{868725C0-BA9C-A546-B857-9622D3B42F36}" srcOrd="3" destOrd="0" presId="urn:microsoft.com/office/officeart/2005/8/layout/matrix3"/>
    <dgm:cxn modelId="{D031F134-217A-F448-9B35-0334B70FB227}" type="presParOf" srcId="{176DCE5B-4A69-E241-A0A9-C4E8350E9FF0}" destId="{16BD63B3-3E49-F646-B6A3-6E5BE5D244D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C24117-8F5A-4040-B2DD-491E46723B45}" type="doc">
      <dgm:prSet loTypeId="urn:microsoft.com/office/officeart/2005/8/layout/matrix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DCF49-682B-2547-B70B-13F4530666F5}">
      <dgm:prSet/>
      <dgm:spPr/>
      <dgm:t>
        <a:bodyPr/>
        <a:lstStyle/>
        <a:p>
          <a:pPr rtl="0"/>
          <a:r>
            <a:rPr lang="en-US" smtClean="0"/>
            <a:t>City instance</a:t>
          </a:r>
          <a:endParaRPr lang="en-US"/>
        </a:p>
      </dgm:t>
    </dgm:pt>
    <dgm:pt modelId="{09E3A46E-4037-7440-A101-618E9EFF2920}" type="parTrans" cxnId="{A341F0E0-1BAE-A148-A926-B4283B6EF409}">
      <dgm:prSet/>
      <dgm:spPr/>
      <dgm:t>
        <a:bodyPr/>
        <a:lstStyle/>
        <a:p>
          <a:endParaRPr lang="en-US"/>
        </a:p>
      </dgm:t>
    </dgm:pt>
    <dgm:pt modelId="{B1748DD7-FAD4-1948-810B-F209748002BB}" type="sibTrans" cxnId="{A341F0E0-1BAE-A148-A926-B4283B6EF409}">
      <dgm:prSet/>
      <dgm:spPr/>
      <dgm:t>
        <a:bodyPr/>
        <a:lstStyle/>
        <a:p>
          <a:endParaRPr lang="en-US"/>
        </a:p>
      </dgm:t>
    </dgm:pt>
    <dgm:pt modelId="{BC62D9AA-6780-EF4A-9906-E69E77929B62}">
      <dgm:prSet/>
      <dgm:spPr/>
      <dgm:t>
        <a:bodyPr/>
        <a:lstStyle/>
        <a:p>
          <a:pPr rtl="0"/>
          <a:r>
            <a:rPr lang="en-US" dirty="0" smtClean="0"/>
            <a:t>Madrid</a:t>
          </a:r>
          <a:endParaRPr lang="en-US" dirty="0"/>
        </a:p>
      </dgm:t>
    </dgm:pt>
    <dgm:pt modelId="{B12D78DC-9E0A-644E-9B7F-2CAC96EDCB09}" type="parTrans" cxnId="{E0BA70C2-8B8A-8D41-8BBE-EA18B536DC27}">
      <dgm:prSet/>
      <dgm:spPr/>
      <dgm:t>
        <a:bodyPr/>
        <a:lstStyle/>
        <a:p>
          <a:endParaRPr lang="en-US"/>
        </a:p>
      </dgm:t>
    </dgm:pt>
    <dgm:pt modelId="{2EA7B5CD-C736-3247-AA4E-D0CF749EB9B8}" type="sibTrans" cxnId="{E0BA70C2-8B8A-8D41-8BBE-EA18B536DC27}">
      <dgm:prSet/>
      <dgm:spPr/>
      <dgm:t>
        <a:bodyPr/>
        <a:lstStyle/>
        <a:p>
          <a:endParaRPr lang="en-US"/>
        </a:p>
      </dgm:t>
    </dgm:pt>
    <dgm:pt modelId="{A725F495-AD7F-A74D-A8FC-16D7EDE113D2}">
      <dgm:prSet/>
      <dgm:spPr/>
      <dgm:t>
        <a:bodyPr/>
        <a:lstStyle/>
        <a:p>
          <a:pPr rtl="0"/>
          <a:r>
            <a:rPr lang="en-US" dirty="0" smtClean="0"/>
            <a:t>40N</a:t>
          </a:r>
          <a:endParaRPr lang="en-US" dirty="0"/>
        </a:p>
      </dgm:t>
    </dgm:pt>
    <dgm:pt modelId="{657A6D2B-1605-1948-A0FA-C32DDCAAA658}" type="parTrans" cxnId="{8B7F48A3-FC49-8F46-9ACB-BF68113781C6}">
      <dgm:prSet/>
      <dgm:spPr/>
      <dgm:t>
        <a:bodyPr/>
        <a:lstStyle/>
        <a:p>
          <a:endParaRPr lang="en-US"/>
        </a:p>
      </dgm:t>
    </dgm:pt>
    <dgm:pt modelId="{628C5CC9-8E7E-234E-B1B8-8B3BE5A6E49F}" type="sibTrans" cxnId="{8B7F48A3-FC49-8F46-9ACB-BF68113781C6}">
      <dgm:prSet/>
      <dgm:spPr/>
      <dgm:t>
        <a:bodyPr/>
        <a:lstStyle/>
        <a:p>
          <a:endParaRPr lang="en-US"/>
        </a:p>
      </dgm:t>
    </dgm:pt>
    <dgm:pt modelId="{B9307DBE-5E37-7F47-9FB1-2B8F0BECCBF5}">
      <dgm:prSet/>
      <dgm:spPr/>
      <dgm:t>
        <a:bodyPr/>
        <a:lstStyle/>
        <a:p>
          <a:pPr rtl="0"/>
          <a:r>
            <a:rPr lang="en-US" dirty="0" smtClean="0"/>
            <a:t>3W</a:t>
          </a:r>
          <a:endParaRPr lang="en-US" dirty="0"/>
        </a:p>
      </dgm:t>
    </dgm:pt>
    <dgm:pt modelId="{ECF3C553-1DFE-CE46-8FB5-0729FE066DF0}" type="parTrans" cxnId="{163C37C5-DFB4-9840-BB32-6773CFEC82C5}">
      <dgm:prSet/>
      <dgm:spPr/>
      <dgm:t>
        <a:bodyPr/>
        <a:lstStyle/>
        <a:p>
          <a:endParaRPr lang="en-US"/>
        </a:p>
      </dgm:t>
    </dgm:pt>
    <dgm:pt modelId="{123E9EC1-7785-9940-9667-BC329F5E2438}" type="sibTrans" cxnId="{163C37C5-DFB4-9840-BB32-6773CFEC82C5}">
      <dgm:prSet/>
      <dgm:spPr/>
      <dgm:t>
        <a:bodyPr/>
        <a:lstStyle/>
        <a:p>
          <a:endParaRPr lang="en-US"/>
        </a:p>
      </dgm:t>
    </dgm:pt>
    <dgm:pt modelId="{176DCE5B-4A69-E241-A0A9-C4E8350E9FF0}" type="pres">
      <dgm:prSet presAssocID="{FCC24117-8F5A-4040-B2DD-491E46723B45}" presName="matrix" presStyleCnt="0">
        <dgm:presLayoutVars>
          <dgm:chMax val="1"/>
          <dgm:dir/>
          <dgm:resizeHandles val="exact"/>
        </dgm:presLayoutVars>
      </dgm:prSet>
      <dgm:spPr/>
    </dgm:pt>
    <dgm:pt modelId="{90579E20-3D09-5C40-AC1E-B42FCD3CA397}" type="pres">
      <dgm:prSet presAssocID="{FCC24117-8F5A-4040-B2DD-491E46723B45}" presName="diamond" presStyleLbl="bgShp" presStyleIdx="0" presStyleCnt="1"/>
      <dgm:spPr/>
    </dgm:pt>
    <dgm:pt modelId="{C0B95AB3-D150-574A-BF7F-7CB23DC00A26}" type="pres">
      <dgm:prSet presAssocID="{FCC24117-8F5A-4040-B2DD-491E46723B4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F131FD5-83EC-0349-B928-2803720C7664}" type="pres">
      <dgm:prSet presAssocID="{FCC24117-8F5A-4040-B2DD-491E46723B45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8725C0-BA9C-A546-B857-9622D3B42F36}" type="pres">
      <dgm:prSet presAssocID="{FCC24117-8F5A-4040-B2DD-491E46723B4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BD63B3-3E49-F646-B6A3-6E5BE5D244D7}" type="pres">
      <dgm:prSet presAssocID="{FCC24117-8F5A-4040-B2DD-491E46723B45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3EF3BD-5321-A246-88B7-9C8C82BB8445}" type="presOf" srcId="{31FDCF49-682B-2547-B70B-13F4530666F5}" destId="{C0B95AB3-D150-574A-BF7F-7CB23DC00A26}" srcOrd="0" destOrd="0" presId="urn:microsoft.com/office/officeart/2005/8/layout/matrix3"/>
    <dgm:cxn modelId="{163C37C5-DFB4-9840-BB32-6773CFEC82C5}" srcId="{FCC24117-8F5A-4040-B2DD-491E46723B45}" destId="{B9307DBE-5E37-7F47-9FB1-2B8F0BECCBF5}" srcOrd="3" destOrd="0" parTransId="{ECF3C553-1DFE-CE46-8FB5-0729FE066DF0}" sibTransId="{123E9EC1-7785-9940-9667-BC329F5E2438}"/>
    <dgm:cxn modelId="{E0BA70C2-8B8A-8D41-8BBE-EA18B536DC27}" srcId="{FCC24117-8F5A-4040-B2DD-491E46723B45}" destId="{BC62D9AA-6780-EF4A-9906-E69E77929B62}" srcOrd="1" destOrd="0" parTransId="{B12D78DC-9E0A-644E-9B7F-2CAC96EDCB09}" sibTransId="{2EA7B5CD-C736-3247-AA4E-D0CF749EB9B8}"/>
    <dgm:cxn modelId="{5821DF11-B582-E642-AEAB-C00C8D35A939}" type="presOf" srcId="{FCC24117-8F5A-4040-B2DD-491E46723B45}" destId="{176DCE5B-4A69-E241-A0A9-C4E8350E9FF0}" srcOrd="0" destOrd="0" presId="urn:microsoft.com/office/officeart/2005/8/layout/matrix3"/>
    <dgm:cxn modelId="{826FC0B1-AE16-4D4B-9032-8F3C56DC9310}" type="presOf" srcId="{BC62D9AA-6780-EF4A-9906-E69E77929B62}" destId="{1F131FD5-83EC-0349-B928-2803720C7664}" srcOrd="0" destOrd="0" presId="urn:microsoft.com/office/officeart/2005/8/layout/matrix3"/>
    <dgm:cxn modelId="{CE5B461F-A828-BB46-B142-31E0B454D8B4}" type="presOf" srcId="{A725F495-AD7F-A74D-A8FC-16D7EDE113D2}" destId="{868725C0-BA9C-A546-B857-9622D3B42F36}" srcOrd="0" destOrd="0" presId="urn:microsoft.com/office/officeart/2005/8/layout/matrix3"/>
    <dgm:cxn modelId="{8B7F48A3-FC49-8F46-9ACB-BF68113781C6}" srcId="{FCC24117-8F5A-4040-B2DD-491E46723B45}" destId="{A725F495-AD7F-A74D-A8FC-16D7EDE113D2}" srcOrd="2" destOrd="0" parTransId="{657A6D2B-1605-1948-A0FA-C32DDCAAA658}" sibTransId="{628C5CC9-8E7E-234E-B1B8-8B3BE5A6E49F}"/>
    <dgm:cxn modelId="{BEA7FD25-094E-C94A-9909-A0CCF52AB93C}" type="presOf" srcId="{B9307DBE-5E37-7F47-9FB1-2B8F0BECCBF5}" destId="{16BD63B3-3E49-F646-B6A3-6E5BE5D244D7}" srcOrd="0" destOrd="0" presId="urn:microsoft.com/office/officeart/2005/8/layout/matrix3"/>
    <dgm:cxn modelId="{A341F0E0-1BAE-A148-A926-B4283B6EF409}" srcId="{FCC24117-8F5A-4040-B2DD-491E46723B45}" destId="{31FDCF49-682B-2547-B70B-13F4530666F5}" srcOrd="0" destOrd="0" parTransId="{09E3A46E-4037-7440-A101-618E9EFF2920}" sibTransId="{B1748DD7-FAD4-1948-810B-F209748002BB}"/>
    <dgm:cxn modelId="{5CE1C3B2-E437-2E4D-9302-D1CB0A172FDA}" type="presParOf" srcId="{176DCE5B-4A69-E241-A0A9-C4E8350E9FF0}" destId="{90579E20-3D09-5C40-AC1E-B42FCD3CA397}" srcOrd="0" destOrd="0" presId="urn:microsoft.com/office/officeart/2005/8/layout/matrix3"/>
    <dgm:cxn modelId="{342E27AF-E19B-4D41-ACEC-E7228B931049}" type="presParOf" srcId="{176DCE5B-4A69-E241-A0A9-C4E8350E9FF0}" destId="{C0B95AB3-D150-574A-BF7F-7CB23DC00A26}" srcOrd="1" destOrd="0" presId="urn:microsoft.com/office/officeart/2005/8/layout/matrix3"/>
    <dgm:cxn modelId="{D22508FA-D0B6-2C4D-92C1-7E4261D4EBE5}" type="presParOf" srcId="{176DCE5B-4A69-E241-A0A9-C4E8350E9FF0}" destId="{1F131FD5-83EC-0349-B928-2803720C7664}" srcOrd="2" destOrd="0" presId="urn:microsoft.com/office/officeart/2005/8/layout/matrix3"/>
    <dgm:cxn modelId="{8A293096-F5E8-4E44-8F5C-F38470BD0876}" type="presParOf" srcId="{176DCE5B-4A69-E241-A0A9-C4E8350E9FF0}" destId="{868725C0-BA9C-A546-B857-9622D3B42F36}" srcOrd="3" destOrd="0" presId="urn:microsoft.com/office/officeart/2005/8/layout/matrix3"/>
    <dgm:cxn modelId="{558E8944-63CC-9349-A45F-6E2E9CE9A035}" type="presParOf" srcId="{176DCE5B-4A69-E241-A0A9-C4E8350E9FF0}" destId="{16BD63B3-3E49-F646-B6A3-6E5BE5D244D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79E20-3D09-5C40-AC1E-B42FCD3CA397}">
      <dsp:nvSpPr>
        <dsp:cNvPr id="0" name=""/>
        <dsp:cNvSpPr/>
      </dsp:nvSpPr>
      <dsp:spPr>
        <a:xfrm>
          <a:off x="428792" y="0"/>
          <a:ext cx="1477328" cy="147732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0B95AB3-D150-574A-BF7F-7CB23DC00A26}">
      <dsp:nvSpPr>
        <dsp:cNvPr id="0" name=""/>
        <dsp:cNvSpPr/>
      </dsp:nvSpPr>
      <dsp:spPr>
        <a:xfrm>
          <a:off x="569138" y="140346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City instance</a:t>
          </a:r>
          <a:endParaRPr lang="en-US" sz="800" kern="1200"/>
        </a:p>
      </dsp:txBody>
      <dsp:txXfrm>
        <a:off x="597264" y="168472"/>
        <a:ext cx="519905" cy="519905"/>
      </dsp:txXfrm>
    </dsp:sp>
    <dsp:sp modelId="{1F131FD5-83EC-0349-B928-2803720C7664}">
      <dsp:nvSpPr>
        <dsp:cNvPr id="0" name=""/>
        <dsp:cNvSpPr/>
      </dsp:nvSpPr>
      <dsp:spPr>
        <a:xfrm>
          <a:off x="1189615" y="140346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Madrid</a:t>
          </a:r>
          <a:endParaRPr lang="en-US" sz="800" kern="1200" dirty="0"/>
        </a:p>
      </dsp:txBody>
      <dsp:txXfrm>
        <a:off x="1217741" y="168472"/>
        <a:ext cx="519905" cy="519905"/>
      </dsp:txXfrm>
    </dsp:sp>
    <dsp:sp modelId="{868725C0-BA9C-A546-B857-9622D3B42F36}">
      <dsp:nvSpPr>
        <dsp:cNvPr id="0" name=""/>
        <dsp:cNvSpPr/>
      </dsp:nvSpPr>
      <dsp:spPr>
        <a:xfrm>
          <a:off x="569138" y="760823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40N</a:t>
          </a:r>
          <a:endParaRPr lang="en-US" sz="800" kern="1200" dirty="0"/>
        </a:p>
      </dsp:txBody>
      <dsp:txXfrm>
        <a:off x="597264" y="788949"/>
        <a:ext cx="519905" cy="519905"/>
      </dsp:txXfrm>
    </dsp:sp>
    <dsp:sp modelId="{16BD63B3-3E49-F646-B6A3-6E5BE5D244D7}">
      <dsp:nvSpPr>
        <dsp:cNvPr id="0" name=""/>
        <dsp:cNvSpPr/>
      </dsp:nvSpPr>
      <dsp:spPr>
        <a:xfrm>
          <a:off x="1189615" y="760823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3W</a:t>
          </a:r>
          <a:endParaRPr lang="en-US" sz="800" kern="1200" dirty="0"/>
        </a:p>
      </dsp:txBody>
      <dsp:txXfrm>
        <a:off x="1217741" y="788949"/>
        <a:ext cx="519905" cy="5199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79E20-3D09-5C40-AC1E-B42FCD3CA397}">
      <dsp:nvSpPr>
        <dsp:cNvPr id="0" name=""/>
        <dsp:cNvSpPr/>
      </dsp:nvSpPr>
      <dsp:spPr>
        <a:xfrm>
          <a:off x="428792" y="0"/>
          <a:ext cx="1477328" cy="147732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0B95AB3-D150-574A-BF7F-7CB23DC00A26}">
      <dsp:nvSpPr>
        <dsp:cNvPr id="0" name=""/>
        <dsp:cNvSpPr/>
      </dsp:nvSpPr>
      <dsp:spPr>
        <a:xfrm>
          <a:off x="569138" y="140346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City instance</a:t>
          </a:r>
          <a:endParaRPr lang="en-US" sz="800" kern="1200" dirty="0"/>
        </a:p>
      </dsp:txBody>
      <dsp:txXfrm>
        <a:off x="597264" y="168472"/>
        <a:ext cx="519905" cy="519905"/>
      </dsp:txXfrm>
    </dsp:sp>
    <dsp:sp modelId="{1F131FD5-83EC-0349-B928-2803720C7664}">
      <dsp:nvSpPr>
        <dsp:cNvPr id="0" name=""/>
        <dsp:cNvSpPr/>
      </dsp:nvSpPr>
      <dsp:spPr>
        <a:xfrm>
          <a:off x="1189615" y="140346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Sydney</a:t>
          </a:r>
          <a:endParaRPr lang="en-US" sz="800" kern="1200" dirty="0"/>
        </a:p>
      </dsp:txBody>
      <dsp:txXfrm>
        <a:off x="1217741" y="168472"/>
        <a:ext cx="519905" cy="519905"/>
      </dsp:txXfrm>
    </dsp:sp>
    <dsp:sp modelId="{868725C0-BA9C-A546-B857-9622D3B42F36}">
      <dsp:nvSpPr>
        <dsp:cNvPr id="0" name=""/>
        <dsp:cNvSpPr/>
      </dsp:nvSpPr>
      <dsp:spPr>
        <a:xfrm>
          <a:off x="569138" y="760823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33S</a:t>
          </a:r>
          <a:endParaRPr lang="en-US" sz="800" kern="1200" dirty="0"/>
        </a:p>
      </dsp:txBody>
      <dsp:txXfrm>
        <a:off x="597264" y="788949"/>
        <a:ext cx="519905" cy="519905"/>
      </dsp:txXfrm>
    </dsp:sp>
    <dsp:sp modelId="{16BD63B3-3E49-F646-B6A3-6E5BE5D244D7}">
      <dsp:nvSpPr>
        <dsp:cNvPr id="0" name=""/>
        <dsp:cNvSpPr/>
      </dsp:nvSpPr>
      <dsp:spPr>
        <a:xfrm>
          <a:off x="1189615" y="760823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151E</a:t>
          </a:r>
          <a:endParaRPr lang="en-US" sz="800" kern="1200" dirty="0"/>
        </a:p>
      </dsp:txBody>
      <dsp:txXfrm>
        <a:off x="1217741" y="788949"/>
        <a:ext cx="519905" cy="5199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79E20-3D09-5C40-AC1E-B42FCD3CA397}">
      <dsp:nvSpPr>
        <dsp:cNvPr id="0" name=""/>
        <dsp:cNvSpPr/>
      </dsp:nvSpPr>
      <dsp:spPr>
        <a:xfrm>
          <a:off x="428792" y="0"/>
          <a:ext cx="1477328" cy="147732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0B95AB3-D150-574A-BF7F-7CB23DC00A26}">
      <dsp:nvSpPr>
        <dsp:cNvPr id="0" name=""/>
        <dsp:cNvSpPr/>
      </dsp:nvSpPr>
      <dsp:spPr>
        <a:xfrm>
          <a:off x="569138" y="140346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City instance</a:t>
          </a:r>
          <a:endParaRPr lang="en-US" sz="800" kern="1200"/>
        </a:p>
      </dsp:txBody>
      <dsp:txXfrm>
        <a:off x="597264" y="168472"/>
        <a:ext cx="519905" cy="519905"/>
      </dsp:txXfrm>
    </dsp:sp>
    <dsp:sp modelId="{1F131FD5-83EC-0349-B928-2803720C7664}">
      <dsp:nvSpPr>
        <dsp:cNvPr id="0" name=""/>
        <dsp:cNvSpPr/>
      </dsp:nvSpPr>
      <dsp:spPr>
        <a:xfrm>
          <a:off x="1189615" y="140346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Madrid</a:t>
          </a:r>
          <a:endParaRPr lang="en-US" sz="800" kern="1200" dirty="0"/>
        </a:p>
      </dsp:txBody>
      <dsp:txXfrm>
        <a:off x="1217741" y="168472"/>
        <a:ext cx="519905" cy="519905"/>
      </dsp:txXfrm>
    </dsp:sp>
    <dsp:sp modelId="{868725C0-BA9C-A546-B857-9622D3B42F36}">
      <dsp:nvSpPr>
        <dsp:cNvPr id="0" name=""/>
        <dsp:cNvSpPr/>
      </dsp:nvSpPr>
      <dsp:spPr>
        <a:xfrm>
          <a:off x="569138" y="760823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40N</a:t>
          </a:r>
          <a:endParaRPr lang="en-US" sz="800" kern="1200" dirty="0"/>
        </a:p>
      </dsp:txBody>
      <dsp:txXfrm>
        <a:off x="597264" y="788949"/>
        <a:ext cx="519905" cy="519905"/>
      </dsp:txXfrm>
    </dsp:sp>
    <dsp:sp modelId="{16BD63B3-3E49-F646-B6A3-6E5BE5D244D7}">
      <dsp:nvSpPr>
        <dsp:cNvPr id="0" name=""/>
        <dsp:cNvSpPr/>
      </dsp:nvSpPr>
      <dsp:spPr>
        <a:xfrm>
          <a:off x="1189615" y="760823"/>
          <a:ext cx="576157" cy="5761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3W</a:t>
          </a:r>
          <a:endParaRPr lang="en-US" sz="800" kern="1200" dirty="0"/>
        </a:p>
      </dsp:txBody>
      <dsp:txXfrm>
        <a:off x="1217741" y="788949"/>
        <a:ext cx="519905" cy="519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9/24/14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9/24/14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September 24,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September 24,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Disc </a:t>
            </a:r>
            <a:r>
              <a:rPr lang="en-US" dirty="0">
                <a:latin typeface="Century Gothic" charset="0"/>
              </a:rPr>
              <a:t>4</a:t>
            </a:r>
            <a:r>
              <a:rPr lang="en-US" dirty="0" smtClean="0">
                <a:latin typeface="Century Gothic" charset="0"/>
              </a:rPr>
              <a:t> 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Recursion, Tree Recursion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Data Abstraction 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Trees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Logistics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take out a piece of paper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Put your name, login (e.g. cs61a-ty), SID, and section number (#47 for 11-12:30 pm, #29 for 6:30-8pm)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effort: effort = revise your quiz with diff color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669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can I make your lab/discussion experience more worthwhile?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an object? Think of a real life example.</a:t>
            </a:r>
          </a:p>
          <a:p>
            <a:pPr marL="801687" lvl="2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Hint: They consist of _______ and ______, bundled together to create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_______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 abstract data type (ADT) allows us to treat ________ as units. Think of a real life example.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data abstraction? Think of a real life example.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Hint: A methodology by which functions enforce an __________ between r________ and u___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262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</a:t>
            </a:r>
            <a:r>
              <a:rPr lang="en-US" dirty="0" smtClean="0">
                <a:latin typeface="Century Gothic" charset="0"/>
              </a:rPr>
              <a:t>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an object? Think of a real life example.</a:t>
            </a:r>
          </a:p>
          <a:p>
            <a:pPr marL="801687" lvl="2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Hint: They consist of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data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and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behavior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bundled together to create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abstractions</a:t>
            </a:r>
            <a:endParaRPr lang="en-US" dirty="0" smtClean="0">
              <a:solidFill>
                <a:srgbClr val="FF00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 abstract data type (ADT) allows us to treat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compound objects (object that combines objects)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as units. Think of a real life example.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data abstraction? Think of a real life example.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Hint: A methodology by which functions enforce an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abstraction barrier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between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representation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and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use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291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</a:t>
            </a:r>
            <a:r>
              <a:rPr lang="en-US" dirty="0" smtClean="0">
                <a:latin typeface="Century Gothic" charset="0"/>
              </a:rPr>
              <a:t>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an object? Think of a real life example.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car. Has properties (data) such as color, model, etc. Has behavior such as drive, brake, etc.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Abstract data type (ADT) Think of a real life example.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UC Berkeley is collection of classrooms, labs, faculty, etc.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‘University’ – institution for teaching, research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University rankings: manipulate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univ.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as single unit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2" name="Picture 1" descr="University_of_California_Berkeley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06" y="5297833"/>
            <a:ext cx="2080222" cy="1560166"/>
          </a:xfrm>
          <a:prstGeom prst="rect">
            <a:avLst/>
          </a:prstGeom>
        </p:spPr>
      </p:pic>
      <p:pic>
        <p:nvPicPr>
          <p:cNvPr id="4" name="Picture 3" descr="royce_800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037" y="5297833"/>
            <a:ext cx="1808360" cy="13562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26511" y="5592870"/>
            <a:ext cx="242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 Public Univ.</a:t>
            </a:r>
          </a:p>
          <a:p>
            <a:pPr marL="342900" indent="-342900">
              <a:buAutoNum type="arabicPeriod"/>
            </a:pPr>
            <a:r>
              <a:rPr lang="en-US" dirty="0" smtClean="0"/>
              <a:t>UC Berkeley</a:t>
            </a:r>
          </a:p>
          <a:p>
            <a:pPr marL="342900" indent="-342900">
              <a:buAutoNum type="arabicPeriod"/>
            </a:pPr>
            <a:r>
              <a:rPr lang="en-US" dirty="0" smtClean="0"/>
              <a:t>UCLA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6431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</a:t>
            </a:r>
            <a:r>
              <a:rPr lang="en-US" dirty="0" smtClean="0">
                <a:latin typeface="Century Gothic" charset="0"/>
              </a:rPr>
              <a:t>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data abstraction? Think of a real life example.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Real life example:</a:t>
            </a: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play Sudoku anywhere! How’s that possible???</a:t>
            </a:r>
          </a:p>
          <a:p>
            <a:pPr marL="366713" lvl="1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- The appearance may change, but the rules never change! 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2" name="Picture 1" descr="250px-Sudoku-by-L2G-20050714.sv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74" y="4374240"/>
            <a:ext cx="1638810" cy="1638810"/>
          </a:xfrm>
          <a:prstGeom prst="rect">
            <a:avLst/>
          </a:prstGeom>
        </p:spPr>
      </p:pic>
      <p:pic>
        <p:nvPicPr>
          <p:cNvPr id="4" name="Picture 3" descr="6171klBXz5L._AA1000_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414" y="4173109"/>
            <a:ext cx="2543786" cy="2543786"/>
          </a:xfrm>
          <a:prstGeom prst="rect">
            <a:avLst/>
          </a:prstGeom>
        </p:spPr>
      </p:pic>
      <p:pic>
        <p:nvPicPr>
          <p:cNvPr id="5" name="Picture 4" descr="050524_sudoku_hmed_12p.grid-6x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239" y="4374240"/>
            <a:ext cx="2342824" cy="175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66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err="1">
                <a:latin typeface="Century Gothic" charset="0"/>
              </a:rPr>
              <a:t>Anuncios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855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Midterm 1 is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graded.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Exams require practice!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HW3 due next Wednesday 10/1.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Reminder: My OH are Tuesdays, Thursdays 4-5 PM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Soda 411</a:t>
            </a:r>
          </a:p>
          <a:p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Guerrilla </a:t>
            </a:r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section on recursion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will be held this Saturday. Remember, it’s a place where you can collaborate with people and do practice problems</a:t>
            </a:r>
          </a:p>
          <a:p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Do not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post any of your code on a public-viewable platform online. (e.g.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Github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Pastebin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</a:t>
            </a:r>
          </a:p>
          <a:p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Email me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to schedule an appointment if you want me to go over the midterm with you personally. </a:t>
            </a:r>
            <a:endParaRPr lang="en-US" b="1" u="sng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58896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Your feedback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1963"/>
            <a:ext cx="8128000" cy="4008967"/>
          </a:xfrm>
        </p:spPr>
        <p:txBody>
          <a:bodyPr/>
          <a:lstStyle/>
          <a:p>
            <a:r>
              <a:rPr lang="en-US" sz="16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5-10 minutes to talk about HW/Project/Q&amp;A</a:t>
            </a:r>
          </a:p>
          <a:p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time for quiz?</a:t>
            </a:r>
          </a:p>
          <a:p>
            <a:pPr lvl="1"/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I’ll make them easier/shorter b/c lots to cover</a:t>
            </a:r>
          </a:p>
          <a:p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examples and explain them</a:t>
            </a:r>
          </a:p>
          <a:p>
            <a:pPr lvl="1"/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 have found that helpful as well – will do more easy ones</a:t>
            </a:r>
          </a:p>
          <a:p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Discussion questions of different difficulty</a:t>
            </a:r>
          </a:p>
          <a:p>
            <a:pPr lvl="1"/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work ahead! I usually skip questions.</a:t>
            </a:r>
          </a:p>
          <a:p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Hit more difficult questions</a:t>
            </a:r>
          </a:p>
          <a:p>
            <a:pPr lvl="1"/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Will attempt 1 difficult question/disc using rules</a:t>
            </a:r>
          </a:p>
          <a:p>
            <a:r>
              <a:rPr lang="en-US" sz="16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analysis of writing code</a:t>
            </a:r>
          </a:p>
          <a:p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Funny videos, CS in the news, practice midterm Q, educational vids</a:t>
            </a:r>
          </a:p>
          <a:p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Allow food -&gt; You can eat during discussion! Just clean up after yourselves.</a:t>
            </a:r>
          </a:p>
          <a:p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fill-in-the-blank questions to start with</a:t>
            </a:r>
          </a:p>
          <a:p>
            <a:r>
              <a:rPr lang="en-US" sz="16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walkthrough of my approach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313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5-min Review Recap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Monday Midterm: 4b Section avg. 1.311/4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458" y="2244845"/>
            <a:ext cx="45415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if_fn</a:t>
            </a:r>
            <a:r>
              <a:rPr lang="en-US" dirty="0" smtClean="0">
                <a:latin typeface="Consolas"/>
                <a:cs typeface="Consolas"/>
              </a:rPr>
              <a:t>(</a:t>
            </a:r>
            <a:r>
              <a:rPr lang="en-US" dirty="0" err="1" smtClean="0">
                <a:latin typeface="Consolas"/>
                <a:cs typeface="Consolas"/>
              </a:rPr>
              <a:t>cond</a:t>
            </a:r>
            <a:r>
              <a:rPr lang="en-US" dirty="0" smtClean="0">
                <a:latin typeface="Consolas"/>
                <a:cs typeface="Consolas"/>
              </a:rPr>
              <a:t>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if </a:t>
            </a:r>
            <a:r>
              <a:rPr lang="en-US" dirty="0" err="1" smtClean="0">
                <a:latin typeface="Consolas"/>
                <a:cs typeface="Consolas"/>
              </a:rPr>
              <a:t>cond</a:t>
            </a:r>
            <a:r>
              <a:rPr lang="en-US" dirty="0" smtClean="0">
                <a:latin typeface="Consolas"/>
                <a:cs typeface="Consolas"/>
              </a:rPr>
              <a:t>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 return lambda a, b: a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else: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 return lambda a, b: b</a:t>
            </a: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factorial(n):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base():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 return 1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rec():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 return n * factorial(n-1)</a:t>
            </a: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 smtClean="0">
                <a:latin typeface="Consolas"/>
                <a:cs typeface="Consolas"/>
              </a:rPr>
              <a:t>  return ______________</a:t>
            </a:r>
            <a:endParaRPr lang="en-US" dirty="0">
              <a:latin typeface="Consolas"/>
              <a:cs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6710" y="3205388"/>
            <a:ext cx="3047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venir Book"/>
                <a:cs typeface="Avenir Book"/>
              </a:rPr>
              <a:t>Remember that </a:t>
            </a:r>
            <a:r>
              <a:rPr lang="en-US" dirty="0" err="1" smtClean="0">
                <a:latin typeface="Avenir Book"/>
                <a:cs typeface="Avenir Book"/>
              </a:rPr>
              <a:t>boolean</a:t>
            </a:r>
            <a:r>
              <a:rPr lang="en-US" dirty="0" smtClean="0">
                <a:latin typeface="Avenir Book"/>
                <a:cs typeface="Avenir Book"/>
              </a:rPr>
              <a:t> operators are also operators! (e.g. &gt;=, ==, …)</a:t>
            </a:r>
            <a:endParaRPr lang="en-US" dirty="0">
              <a:latin typeface="Avenir Book"/>
              <a:cs typeface="Avenir Boo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06710" y="4448141"/>
            <a:ext cx="3047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Avenir Book"/>
                <a:cs typeface="Avenir Book"/>
              </a:rPr>
              <a:t>Function boxes!!!!!!!!!!!</a:t>
            </a:r>
            <a:endParaRPr lang="en-US" sz="3600" b="1" dirty="0">
              <a:solidFill>
                <a:srgbClr val="FF0000"/>
              </a:solidFill>
              <a:latin typeface="Avenir Book"/>
              <a:cs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Focus on your thought process, not the solutions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!</a:t>
            </a:r>
            <a:endParaRPr lang="en-US" u="sng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When reviewing your midterm, don’t just memorize the solutions. We’re smart enough not to throw the same tricks at you.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as much as you can in a test!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Will help you remember more thoughts while you take the test. 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Will help you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determine what thought processes worked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your answer is right… what worked?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your answer is wrong…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could you have done differently?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use function boxes, call expression trees next time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98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New Way of Running Disc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Form groups of 2-3 as usual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up your solution (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function boxes + answers)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on the board!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 are concerned about putting about an incorrect answer, you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shouldn</a:t>
            </a:r>
            <a:r>
              <a:rPr lang="fr-FR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’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 be.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It’s better to make mistakes here than on the test.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Plus, everyone can see common mistakes and learn together.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practice with writing code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Chalkboards should make you feel smart.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Rotate people every problem so everyone gets a chance.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83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Data Abstraction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general technique of isolating the parts of a program that deal with how data are represented from the parts that deal with how data are manipulated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890" y="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05605" y="3052989"/>
            <a:ext cx="7543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Representation – stored as 2x2 matrix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2384" y="3848305"/>
            <a:ext cx="2334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Class city</a:t>
            </a:r>
          </a:p>
          <a:p>
            <a:r>
              <a:rPr lang="en-US" dirty="0" smtClean="0"/>
              <a:t>----------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Name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Latitude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Longitude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98778938"/>
              </p:ext>
            </p:extLst>
          </p:nvPr>
        </p:nvGraphicFramePr>
        <p:xfrm>
          <a:off x="3207296" y="3848305"/>
          <a:ext cx="2334912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243310141"/>
              </p:ext>
            </p:extLst>
          </p:nvPr>
        </p:nvGraphicFramePr>
        <p:xfrm>
          <a:off x="5542208" y="3848305"/>
          <a:ext cx="2334912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86232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Data Abstraction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do cool stuff, like define functions that take in cities, or make lists of cities, etc.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city is now a new type, alongside built-in types like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ints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floats,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strs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functions, lists, etc.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890" y="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05605" y="3052989"/>
            <a:ext cx="7505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Use – don’t care about how data’s stored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2384" y="3848305"/>
            <a:ext cx="2334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Class city</a:t>
            </a:r>
          </a:p>
          <a:p>
            <a:r>
              <a:rPr lang="en-US" dirty="0" smtClean="0"/>
              <a:t>----------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Name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Latitude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Longitude</a:t>
            </a:r>
            <a:endParaRPr lang="en-US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380242200"/>
              </p:ext>
            </p:extLst>
          </p:nvPr>
        </p:nvGraphicFramePr>
        <p:xfrm>
          <a:off x="3207296" y="3848305"/>
          <a:ext cx="2334912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733293" y="3950926"/>
            <a:ext cx="1347063" cy="1257113"/>
            <a:chOff x="3733293" y="3950926"/>
            <a:chExt cx="1347063" cy="1257113"/>
          </a:xfrm>
        </p:grpSpPr>
        <p:sp>
          <p:nvSpPr>
            <p:cNvPr id="6" name="Rectangle 5"/>
            <p:cNvSpPr/>
            <p:nvPr/>
          </p:nvSpPr>
          <p:spPr>
            <a:xfrm>
              <a:off x="3758951" y="3950926"/>
              <a:ext cx="1231601" cy="12571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33293" y="4387067"/>
              <a:ext cx="1347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City instance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758951" y="5325633"/>
            <a:ext cx="1347063" cy="1257113"/>
            <a:chOff x="3733293" y="3950926"/>
            <a:chExt cx="1347063" cy="1257113"/>
          </a:xfrm>
        </p:grpSpPr>
        <p:sp>
          <p:nvSpPr>
            <p:cNvPr id="14" name="Rectangle 13"/>
            <p:cNvSpPr/>
            <p:nvPr/>
          </p:nvSpPr>
          <p:spPr>
            <a:xfrm>
              <a:off x="3758951" y="3950926"/>
              <a:ext cx="1231601" cy="12571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33293" y="4387067"/>
              <a:ext cx="1347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City instance</a:t>
              </a:r>
            </a:p>
          </p:txBody>
        </p:sp>
      </p:grpSp>
      <p:sp>
        <p:nvSpPr>
          <p:cNvPr id="10" name="Left-Right Arrow Callout 9"/>
          <p:cNvSpPr/>
          <p:nvPr/>
        </p:nvSpPr>
        <p:spPr>
          <a:xfrm>
            <a:off x="5106014" y="4771810"/>
            <a:ext cx="1895418" cy="897937"/>
          </a:xfrm>
          <a:prstGeom prst="leftRigh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617633" y="5054150"/>
            <a:ext cx="1347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1714" y="4946429"/>
            <a:ext cx="1347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Number</a:t>
            </a:r>
          </a:p>
          <a:p>
            <a:r>
              <a:rPr lang="en-US" sz="1400" dirty="0" smtClean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735113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Data Abstraction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Another real life example (because examples help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with learning). 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890" y="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37617" y="2593898"/>
            <a:ext cx="1013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Use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604" y="2591181"/>
            <a:ext cx="3220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Representation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49788" y="2705638"/>
            <a:ext cx="257530" cy="361841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646788" y="5579070"/>
            <a:ext cx="233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Abstraction barrier: Non-disclosure agreement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490890" y="3463474"/>
            <a:ext cx="30276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Facebook friend</a:t>
            </a:r>
          </a:p>
          <a:p>
            <a:r>
              <a:rPr lang="en-US" dirty="0" smtClean="0"/>
              <a:t>------------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Mutual friends with me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Date we first met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Shared tagged photos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Behavior: Add friend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Behavior: Delete friend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163" y="3450646"/>
            <a:ext cx="3002446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Facebook friend</a:t>
            </a:r>
          </a:p>
          <a:p>
            <a:r>
              <a:rPr lang="en-US" dirty="0" smtClean="0"/>
              <a:t>------------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Id1=190324823234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Id2=435920809920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Shared photos computed by query</a:t>
            </a:r>
          </a:p>
          <a:p>
            <a:pPr marL="285750" indent="-285750">
              <a:buFontTx/>
              <a:buChar char="•"/>
            </a:pPr>
            <a:r>
              <a:rPr lang="en-US" dirty="0" smtClean="0"/>
              <a:t>(Not the actual representation. Just trying to get message across)</a:t>
            </a:r>
          </a:p>
        </p:txBody>
      </p:sp>
    </p:spTree>
    <p:extLst>
      <p:ext uri="{BB962C8B-B14F-4D97-AF65-F5344CB8AC3E}">
        <p14:creationId xmlns:p14="http://schemas.microsoft.com/office/powerpoint/2010/main" val="4166346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sz="3200" dirty="0" smtClean="0">
                <a:latin typeface="Century Gothic" charset="0"/>
              </a:rPr>
              <a:t>Data </a:t>
            </a:r>
            <a:r>
              <a:rPr lang="en-US" sz="3200" dirty="0" smtClean="0">
                <a:latin typeface="Century Gothic" charset="0"/>
              </a:rPr>
              <a:t>Abstraction – More Examp</a:t>
            </a:r>
            <a:r>
              <a:rPr lang="en-US" sz="3200" dirty="0">
                <a:latin typeface="Century Gothic" charset="0"/>
              </a:rPr>
              <a:t>l</a:t>
            </a:r>
            <a:r>
              <a:rPr lang="en-US" sz="3200" dirty="0" smtClean="0">
                <a:latin typeface="Century Gothic" charset="0"/>
              </a:rPr>
              <a:t>es</a:t>
            </a:r>
            <a:endParaRPr lang="en-US" sz="3200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Another real life example (because examples help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with learning): file names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890" y="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37617" y="2593898"/>
            <a:ext cx="1013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Use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604" y="2591181"/>
            <a:ext cx="3220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Representation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49788" y="2705638"/>
            <a:ext cx="257530" cy="361841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646788" y="5579070"/>
            <a:ext cx="233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Behavior </a:t>
            </a:r>
            <a:r>
              <a:rPr lang="en-US" dirty="0" err="1" smtClean="0"/>
              <a:t>conds</a:t>
            </a:r>
            <a:r>
              <a:rPr lang="en-US" dirty="0" smtClean="0"/>
              <a:t>: Style should be for header HTML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490890" y="3463474"/>
            <a:ext cx="3027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beautiful_website.html</a:t>
            </a:r>
            <a:endParaRPr lang="en-US" dirty="0" smtClean="0"/>
          </a:p>
          <a:p>
            <a:r>
              <a:rPr lang="en-US" dirty="0" smtClean="0"/>
              <a:t>------------</a:t>
            </a:r>
          </a:p>
          <a:p>
            <a:r>
              <a:rPr lang="en-US" dirty="0" smtClean="0"/>
              <a:t>&lt;link </a:t>
            </a:r>
            <a:r>
              <a:rPr lang="en-US" dirty="0" err="1" smtClean="0"/>
              <a:t>src</a:t>
            </a:r>
            <a:r>
              <a:rPr lang="en-US" dirty="0" smtClean="0"/>
              <a:t>=“</a:t>
            </a:r>
            <a:r>
              <a:rPr lang="en-US" dirty="0" err="1" smtClean="0"/>
              <a:t>header.css</a:t>
            </a:r>
            <a:r>
              <a:rPr lang="en-US" dirty="0" smtClean="0"/>
              <a:t>” …&gt;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163" y="3450646"/>
            <a:ext cx="3002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Version 1</a:t>
            </a:r>
          </a:p>
          <a:p>
            <a:r>
              <a:rPr lang="en-US" dirty="0" smtClean="0"/>
              <a:t>------------</a:t>
            </a:r>
          </a:p>
          <a:p>
            <a:r>
              <a:rPr lang="en-US" dirty="0" smtClean="0"/>
              <a:t>color: #1340EE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163" y="4373976"/>
            <a:ext cx="3002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Version 2</a:t>
            </a:r>
          </a:p>
          <a:p>
            <a:r>
              <a:rPr lang="en-US" dirty="0" smtClean="0"/>
              <a:t>------------</a:t>
            </a:r>
          </a:p>
          <a:p>
            <a:r>
              <a:rPr lang="en-US" dirty="0" smtClean="0"/>
              <a:t>color: #24B6C2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163" y="5400718"/>
            <a:ext cx="3002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Version 3</a:t>
            </a:r>
          </a:p>
          <a:p>
            <a:r>
              <a:rPr lang="en-US" dirty="0" smtClean="0"/>
              <a:t>------------</a:t>
            </a:r>
          </a:p>
          <a:p>
            <a:r>
              <a:rPr lang="en-US" dirty="0"/>
              <a:t>c</a:t>
            </a:r>
            <a:r>
              <a:rPr lang="en-US" dirty="0" smtClean="0"/>
              <a:t>olor: #AA3451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6788" y="4189310"/>
            <a:ext cx="300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header.css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7126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sz="3200" dirty="0" smtClean="0">
                <a:latin typeface="Century Gothic" charset="0"/>
              </a:rPr>
              <a:t>Data </a:t>
            </a:r>
            <a:r>
              <a:rPr lang="en-US" sz="3200" dirty="0" smtClean="0">
                <a:latin typeface="Century Gothic" charset="0"/>
              </a:rPr>
              <a:t>Abstraction – Python</a:t>
            </a:r>
            <a:endParaRPr lang="en-US" sz="3200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Did you know? Python files in your current directory can be imported as modules!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890" y="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37617" y="2593898"/>
            <a:ext cx="1013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Use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604" y="2591181"/>
            <a:ext cx="3220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Representation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68200" y="2705638"/>
            <a:ext cx="257530" cy="361841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758274" y="5579070"/>
            <a:ext cx="233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Behavior </a:t>
            </a:r>
            <a:r>
              <a:rPr lang="en-US" dirty="0" err="1" smtClean="0"/>
              <a:t>conds</a:t>
            </a:r>
            <a:r>
              <a:rPr lang="en-US" dirty="0" smtClean="0"/>
              <a:t>: Style should be for header HTML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49788" y="3463474"/>
            <a:ext cx="40099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life.py</a:t>
            </a:r>
            <a:endParaRPr lang="en-US" dirty="0" smtClean="0"/>
          </a:p>
          <a:p>
            <a:r>
              <a:rPr lang="en-US" dirty="0" smtClean="0"/>
              <a:t>------------</a:t>
            </a:r>
          </a:p>
          <a:p>
            <a:r>
              <a:rPr lang="en-US" dirty="0" smtClean="0"/>
              <a:t>from constants import *</a:t>
            </a:r>
          </a:p>
          <a:p>
            <a:r>
              <a:rPr lang="en-US" dirty="0" smtClean="0"/>
              <a:t>print(“I made {0} slides for my </a:t>
            </a:r>
            <a:r>
              <a:rPr lang="en-US" dirty="0"/>
              <a:t> </a:t>
            </a:r>
            <a:r>
              <a:rPr lang="en-US" dirty="0" smtClean="0"/>
              <a:t> 	</a:t>
            </a:r>
            <a:r>
              <a:rPr lang="en-US" dirty="0" err="1" smtClean="0"/>
              <a:t>section”.format</a:t>
            </a:r>
            <a:r>
              <a:rPr lang="en-US" dirty="0" smtClean="0"/>
              <a:t>(SLIDES))</a:t>
            </a:r>
          </a:p>
          <a:p>
            <a:r>
              <a:rPr lang="en-US" dirty="0" smtClean="0"/>
              <a:t>print(“The {0} slides are made</a:t>
            </a:r>
          </a:p>
          <a:p>
            <a:r>
              <a:rPr lang="en-US" dirty="0"/>
              <a:t>	</a:t>
            </a:r>
            <a:r>
              <a:rPr lang="en-US" dirty="0" smtClean="0"/>
              <a:t>with </a:t>
            </a:r>
            <a:r>
              <a:rPr lang="en-US" dirty="0" err="1" smtClean="0"/>
              <a:t>care”.format</a:t>
            </a:r>
            <a:r>
              <a:rPr lang="en-US" dirty="0" smtClean="0"/>
              <a:t>(SLIDES))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163" y="3450646"/>
            <a:ext cx="3002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constants.py</a:t>
            </a:r>
            <a:endParaRPr lang="en-US" dirty="0" smtClean="0"/>
          </a:p>
          <a:p>
            <a:r>
              <a:rPr lang="en-US" dirty="0" smtClean="0"/>
              <a:t>------------</a:t>
            </a:r>
          </a:p>
          <a:p>
            <a:r>
              <a:rPr lang="en-US" dirty="0" smtClean="0"/>
              <a:t>SLIDES =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7036" y="4189310"/>
            <a:ext cx="300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constants.py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00089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sz="3200" dirty="0" smtClean="0">
                <a:latin typeface="Century Gothic" charset="0"/>
              </a:rPr>
              <a:t>Data </a:t>
            </a:r>
            <a:r>
              <a:rPr lang="en-US" sz="3200" dirty="0" smtClean="0">
                <a:latin typeface="Century Gothic" charset="0"/>
              </a:rPr>
              <a:t>Abstraction – Python</a:t>
            </a:r>
            <a:endParaRPr lang="en-US" sz="3200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Then, for next lab: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890" y="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37617" y="2593898"/>
            <a:ext cx="1013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Use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604" y="2591181"/>
            <a:ext cx="3220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Representation</a:t>
            </a:r>
            <a:endParaRPr 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68200" y="2705638"/>
            <a:ext cx="257530" cy="361841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758274" y="5579070"/>
            <a:ext cx="233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Behavior </a:t>
            </a:r>
            <a:r>
              <a:rPr lang="en-US" dirty="0" err="1" smtClean="0"/>
              <a:t>conds</a:t>
            </a:r>
            <a:r>
              <a:rPr lang="en-US" dirty="0" smtClean="0"/>
              <a:t>: Style should be for header HTML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49788" y="3463474"/>
            <a:ext cx="40099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life.py</a:t>
            </a:r>
            <a:endParaRPr lang="en-US" dirty="0" smtClean="0"/>
          </a:p>
          <a:p>
            <a:r>
              <a:rPr lang="en-US" dirty="0" smtClean="0"/>
              <a:t>------------</a:t>
            </a:r>
          </a:p>
          <a:p>
            <a:r>
              <a:rPr lang="en-US" dirty="0" smtClean="0"/>
              <a:t>from constants import *</a:t>
            </a:r>
          </a:p>
          <a:p>
            <a:r>
              <a:rPr lang="en-US" dirty="0" smtClean="0"/>
              <a:t>print(“I made {0} slides for my </a:t>
            </a:r>
            <a:r>
              <a:rPr lang="en-US" dirty="0"/>
              <a:t> </a:t>
            </a:r>
            <a:r>
              <a:rPr lang="en-US" dirty="0" smtClean="0"/>
              <a:t> 	</a:t>
            </a:r>
            <a:r>
              <a:rPr lang="en-US" dirty="0" err="1" smtClean="0"/>
              <a:t>section”.format</a:t>
            </a:r>
            <a:r>
              <a:rPr lang="en-US" dirty="0" smtClean="0"/>
              <a:t>(SLIDES))</a:t>
            </a:r>
          </a:p>
          <a:p>
            <a:r>
              <a:rPr lang="en-US" dirty="0" smtClean="0"/>
              <a:t>print(“The {0} slides are made</a:t>
            </a:r>
          </a:p>
          <a:p>
            <a:r>
              <a:rPr lang="en-US" dirty="0"/>
              <a:t>	</a:t>
            </a:r>
            <a:r>
              <a:rPr lang="en-US" dirty="0" smtClean="0"/>
              <a:t>with </a:t>
            </a:r>
            <a:r>
              <a:rPr lang="en-US" dirty="0" err="1" smtClean="0"/>
              <a:t>care”.format</a:t>
            </a:r>
            <a:r>
              <a:rPr lang="en-US" dirty="0" smtClean="0"/>
              <a:t>(SLIDES))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163" y="3450646"/>
            <a:ext cx="3002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constants.py</a:t>
            </a:r>
            <a:endParaRPr lang="en-US" dirty="0" smtClean="0"/>
          </a:p>
          <a:p>
            <a:r>
              <a:rPr lang="en-US" dirty="0" smtClean="0"/>
              <a:t>------------</a:t>
            </a:r>
          </a:p>
          <a:p>
            <a:r>
              <a:rPr lang="en-US" dirty="0" smtClean="0"/>
              <a:t>SLIDES = </a:t>
            </a:r>
            <a:r>
              <a:rPr lang="en-US" dirty="0" smtClean="0">
                <a:solidFill>
                  <a:srgbClr val="FF00FF"/>
                </a:solidFill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7036" y="4189310"/>
            <a:ext cx="300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constants.py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57199" y="4848468"/>
            <a:ext cx="2976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FF"/>
                </a:solidFill>
              </a:rPr>
              <a:t>Wow, I only had to change </a:t>
            </a:r>
            <a:r>
              <a:rPr lang="en-US" dirty="0" err="1" smtClean="0">
                <a:solidFill>
                  <a:srgbClr val="FF00FF"/>
                </a:solidFill>
              </a:rPr>
              <a:t>constants.py</a:t>
            </a:r>
            <a:r>
              <a:rPr lang="en-US" dirty="0" smtClean="0">
                <a:solidFill>
                  <a:srgbClr val="FF00FF"/>
                </a:solidFill>
              </a:rPr>
              <a:t>!</a:t>
            </a:r>
          </a:p>
          <a:p>
            <a:r>
              <a:rPr lang="en-US" dirty="0" smtClean="0">
                <a:solidFill>
                  <a:srgbClr val="3366FF"/>
                </a:solidFill>
              </a:rPr>
              <a:t>I just use SLIDES without worrying about the</a:t>
            </a:r>
          </a:p>
          <a:p>
            <a:r>
              <a:rPr lang="en-US" dirty="0" smtClean="0">
                <a:solidFill>
                  <a:srgbClr val="3366FF"/>
                </a:solidFill>
              </a:rPr>
              <a:t>actual count.</a:t>
            </a:r>
            <a:endParaRPr lang="en-US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0096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Data Abstraction Qs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Representation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How will I store my data?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Choose a data structure! They can range from a simple list to a complicated class.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Not all values the user asks for has to be stored. They can sometimes be computed.</a:t>
            </a:r>
          </a:p>
          <a:p>
            <a:pPr marL="1098550" lvl="2" indent="-457200">
              <a:buFont typeface="+mj-lt"/>
              <a:buAutoNum type="arabicPeriod"/>
            </a:pP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sz="18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get_distance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(self, city2):</a:t>
            </a:r>
            <a:endParaRPr lang="en-US" sz="18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Constructors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What’s the interface available for me to make objects of a certain ADT?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Selectors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How to get info from an object of a certain ADT?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Working with the type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What functions can I use to manipulate objects of an ADT? Or should I write my own?</a:t>
            </a:r>
          </a:p>
          <a:p>
            <a:pPr marL="527050" indent="-457200">
              <a:buFont typeface="+mj-lt"/>
              <a:buAutoNum type="arabicPeriod"/>
            </a:pP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955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2" y="250826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Data Abstraction Qs 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222500"/>
            <a:ext cx="8263467" cy="42968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Representation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How will I store my data?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simple list suffices: [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numer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denom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]. Note: order is important here!</a:t>
            </a:r>
            <a:endParaRPr lang="en-US" sz="18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Constructors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What’s the interface available for me to make objects of a certain ADT?</a:t>
            </a:r>
          </a:p>
          <a:p>
            <a:pPr marL="366713" lvl="1" indent="0">
              <a:buNone/>
            </a:pP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make_rational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(n, d):		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make_rational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(w):</a:t>
            </a:r>
          </a:p>
          <a:p>
            <a:pPr marL="366713" lvl="1" indent="0">
              <a:buNone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	return [n, d]  				return [w, 1]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Selectors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How to get info from an object of a certain ADT?</a:t>
            </a:r>
          </a:p>
          <a:p>
            <a:pPr marL="366713" lvl="1" indent="0">
              <a:buNone/>
            </a:pP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numer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(r):		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denom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(r):</a:t>
            </a:r>
          </a:p>
          <a:p>
            <a:pPr marL="366713" lvl="1" indent="0">
              <a:buNone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	return r[0]		return r[1]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Working with the type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What functions can I use to manipulate objects of an ADT? Or should I write my own?</a:t>
            </a:r>
          </a:p>
          <a:p>
            <a:pPr marL="69850" indent="0">
              <a:buNone/>
            </a:pPr>
            <a:r>
              <a:rPr lang="en-US" sz="20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add_rationals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(r1, r2)	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mul_rationals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(r1, r2)	reciprocal(r1)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67000" y="1587500"/>
            <a:ext cx="492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Rational: numerator / denominator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25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Application of Data Abstraction</a:t>
            </a:r>
            <a:br>
              <a:rPr lang="en-US" dirty="0" smtClean="0">
                <a:latin typeface="Century Gothic" charset="0"/>
              </a:rPr>
            </a:br>
            <a:r>
              <a:rPr lang="en-US" dirty="0" smtClean="0">
                <a:latin typeface="Century Gothic" charset="0"/>
              </a:rPr>
              <a:t>from my classes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states in AI search problem</a:t>
            </a:r>
          </a:p>
          <a:p>
            <a:pPr lvl="1"/>
            <a:r>
              <a:rPr lang="en-US" sz="18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E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ach state is a combination of information (game board, where the agents are, etc.)</a:t>
            </a:r>
          </a:p>
          <a:p>
            <a:pPr lvl="1"/>
            <a:r>
              <a:rPr lang="en-US" sz="18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T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hey are treated as a unit when passed into functions expecting state-types.</a:t>
            </a:r>
          </a:p>
          <a:p>
            <a:pPr lvl="1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heuristic functions take in a state and returns a value for that state.</a:t>
            </a:r>
          </a:p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synchronization primitives (locks, semaphores) in operating systems</a:t>
            </a:r>
          </a:p>
          <a:p>
            <a:pPr lvl="1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Very low level: disabling interrupts</a:t>
            </a:r>
          </a:p>
          <a:p>
            <a:pPr lvl="1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However, having to implement that all the time is tedious! We want a type of object that has that desired behavior.</a:t>
            </a:r>
          </a:p>
          <a:p>
            <a:pPr lvl="1"/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069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Sample Data Abstraction Problems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Given this selector function, implement the corresponding constructor of the object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</a:t>
            </a:r>
          </a:p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Use this type’s interface to create a function that manipulates this type.</a:t>
            </a:r>
          </a:p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we represent the unit ADT using the Pair ADT?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Related question: how do we use the Pair ADT (holds 2 objects) to create a list of any length?</a:t>
            </a:r>
          </a:p>
          <a:p>
            <a:pPr lvl="1"/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There are so many questions to explore! Try working on programs to practice data abstraction!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 to finish discussion packets </a:t>
            </a:r>
            <a:r>
              <a:rPr lang="en-US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at home.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947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(Wednesday 9</a:t>
            </a:r>
            <a:r>
              <a:rPr lang="en-US" dirty="0" smtClean="0">
                <a:latin typeface="Century Gothic" charset="0"/>
              </a:rPr>
              <a:t>/</a:t>
            </a:r>
            <a:r>
              <a:rPr lang="en-US" dirty="0" smtClean="0">
                <a:latin typeface="Century Gothic" charset="0"/>
              </a:rPr>
              <a:t>24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are advantages of object-oriented programming syntax?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the type of an object called?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[Experienced programmers:] Can you consider the ____ an object as well?</a:t>
            </a:r>
            <a:endParaRPr lang="en-US" sz="16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functions do we need to define an ADT and therefore create data abstraction? Con______ and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sel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______.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What 2 objects does the rational ADT combine?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does the con_______ look like? Give the domain and range.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do the </a:t>
            </a:r>
            <a:r>
              <a:rPr lang="en-US" sz="16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sel</a:t>
            </a: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______ look like? Give the domain and range.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you describe the domain/range of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add_rationals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(x, y)?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is it that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divide_rational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= lambda x, y: [x[0]*y[0], x[1]*y[1]] violates the abstraction barrier set up by the rational constructors/selectors?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behavior conditions for ADTs? Why can (and should we) recognize ADTs by their behavior, not by their class?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698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13505</TotalTime>
  <Words>2049</Words>
  <Application>Microsoft Macintosh PowerPoint</Application>
  <PresentationFormat>On-screen Show (4:3)</PresentationFormat>
  <Paragraphs>289</Paragraphs>
  <Slides>22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discussion0</vt:lpstr>
      <vt:lpstr>Welcome to CS61A Disc 4 Sect. 29/47 :D</vt:lpstr>
      <vt:lpstr>Section Quiz Logistics</vt:lpstr>
      <vt:lpstr>Section Quiz</vt:lpstr>
      <vt:lpstr>Section Quiz [Solutions]</vt:lpstr>
      <vt:lpstr>Section Quiz [Solutions]</vt:lpstr>
      <vt:lpstr>Section Quiz [Solutions]</vt:lpstr>
      <vt:lpstr>Anuncios</vt:lpstr>
      <vt:lpstr>Your feedback</vt:lpstr>
      <vt:lpstr>5-min Review Recap</vt:lpstr>
      <vt:lpstr>Tip of the Day</vt:lpstr>
      <vt:lpstr>New Way of Running Disc</vt:lpstr>
      <vt:lpstr>Data Abstraction</vt:lpstr>
      <vt:lpstr>Data Abstraction</vt:lpstr>
      <vt:lpstr>Data Abstraction</vt:lpstr>
      <vt:lpstr>Data Abstraction – More Examples</vt:lpstr>
      <vt:lpstr>Data Abstraction – Python</vt:lpstr>
      <vt:lpstr>Data Abstraction – Python</vt:lpstr>
      <vt:lpstr>Data Abstraction Qs</vt:lpstr>
      <vt:lpstr>Data Abstraction Qs Example</vt:lpstr>
      <vt:lpstr>Application of Data Abstraction from my classes</vt:lpstr>
      <vt:lpstr>Sample Data Abstraction Problems</vt:lpstr>
      <vt:lpstr>Optional Conceptual Questions (Wednesday 9/24 lecture)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185</cp:revision>
  <dcterms:created xsi:type="dcterms:W3CDTF">2014-08-28T16:21:02Z</dcterms:created>
  <dcterms:modified xsi:type="dcterms:W3CDTF">2014-09-26T05:08:58Z</dcterms:modified>
</cp:coreProperties>
</file>