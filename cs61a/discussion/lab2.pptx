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60" r:id="rId4"/>
    <p:sldId id="258" r:id="rId5"/>
    <p:sldId id="261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6" d="100"/>
          <a:sy n="56" d="100"/>
        </p:scale>
        <p:origin x="-1000" y="-1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printerSettings" Target="printerSettings/printerSettings1.bin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/>
          <p:cNvSpPr/>
          <p:nvPr/>
        </p:nvSpPr>
        <p:spPr>
          <a:xfrm>
            <a:off x="228600" y="228600"/>
            <a:ext cx="8695944" cy="6035040"/>
          </a:xfrm>
          <a:prstGeom prst="roundRect">
            <a:avLst>
              <a:gd name="adj" fmla="val 127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9"/>
          <p:cNvGrpSpPr>
            <a:grpSpLocks noChangeAspect="1"/>
          </p:cNvGrpSpPr>
          <p:nvPr/>
        </p:nvGrpSpPr>
        <p:grpSpPr bwMode="hidden">
          <a:xfrm>
            <a:off x="211665" y="5353963"/>
            <a:ext cx="8723376" cy="1331580"/>
            <a:chOff x="-3905250" y="4294188"/>
            <a:chExt cx="13011150" cy="1892300"/>
          </a:xfrm>
        </p:grpSpPr>
        <p:sp>
          <p:nvSpPr>
            <p:cNvPr id="11" name="Freeform 14"/>
            <p:cNvSpPr>
              <a:spLocks/>
            </p:cNvSpPr>
            <p:nvPr/>
          </p:nvSpPr>
          <p:spPr bwMode="hidden">
            <a:xfrm>
              <a:off x="4810125" y="4500563"/>
              <a:ext cx="4295775" cy="1016000"/>
            </a:xfrm>
            <a:custGeom>
              <a:avLst/>
              <a:gdLst/>
              <a:ahLst/>
              <a:cxnLst>
                <a:cxn ang="0">
                  <a:pos x="2700" y="0"/>
                </a:cxn>
                <a:cxn ang="0">
                  <a:pos x="2700" y="0"/>
                </a:cxn>
                <a:cxn ang="0">
                  <a:pos x="2586" y="18"/>
                </a:cxn>
                <a:cxn ang="0">
                  <a:pos x="2470" y="38"/>
                </a:cxn>
                <a:cxn ang="0">
                  <a:pos x="2352" y="60"/>
                </a:cxn>
                <a:cxn ang="0">
                  <a:pos x="2230" y="82"/>
                </a:cxn>
                <a:cxn ang="0">
                  <a:pos x="2106" y="108"/>
                </a:cxn>
                <a:cxn ang="0">
                  <a:pos x="1978" y="134"/>
                </a:cxn>
                <a:cxn ang="0">
                  <a:pos x="1848" y="164"/>
                </a:cxn>
                <a:cxn ang="0">
                  <a:pos x="1714" y="194"/>
                </a:cxn>
                <a:cxn ang="0">
                  <a:pos x="1714" y="194"/>
                </a:cxn>
                <a:cxn ang="0">
                  <a:pos x="1472" y="252"/>
                </a:cxn>
                <a:cxn ang="0">
                  <a:pos x="1236" y="304"/>
                </a:cxn>
                <a:cxn ang="0">
                  <a:pos x="1010" y="352"/>
                </a:cxn>
                <a:cxn ang="0">
                  <a:pos x="792" y="398"/>
                </a:cxn>
                <a:cxn ang="0">
                  <a:pos x="584" y="438"/>
                </a:cxn>
                <a:cxn ang="0">
                  <a:pos x="382" y="474"/>
                </a:cxn>
                <a:cxn ang="0">
                  <a:pos x="188" y="508"/>
                </a:cxn>
                <a:cxn ang="0">
                  <a:pos x="0" y="538"/>
                </a:cxn>
                <a:cxn ang="0">
                  <a:pos x="0" y="538"/>
                </a:cxn>
                <a:cxn ang="0">
                  <a:pos x="130" y="556"/>
                </a:cxn>
                <a:cxn ang="0">
                  <a:pos x="254" y="572"/>
                </a:cxn>
                <a:cxn ang="0">
                  <a:pos x="374" y="586"/>
                </a:cxn>
                <a:cxn ang="0">
                  <a:pos x="492" y="598"/>
                </a:cxn>
                <a:cxn ang="0">
                  <a:pos x="606" y="610"/>
                </a:cxn>
                <a:cxn ang="0">
                  <a:pos x="716" y="618"/>
                </a:cxn>
                <a:cxn ang="0">
                  <a:pos x="822" y="626"/>
                </a:cxn>
                <a:cxn ang="0">
                  <a:pos x="926" y="632"/>
                </a:cxn>
                <a:cxn ang="0">
                  <a:pos x="1028" y="636"/>
                </a:cxn>
                <a:cxn ang="0">
                  <a:pos x="1126" y="638"/>
                </a:cxn>
                <a:cxn ang="0">
                  <a:pos x="1220" y="640"/>
                </a:cxn>
                <a:cxn ang="0">
                  <a:pos x="1312" y="640"/>
                </a:cxn>
                <a:cxn ang="0">
                  <a:pos x="1402" y="638"/>
                </a:cxn>
                <a:cxn ang="0">
                  <a:pos x="1490" y="636"/>
                </a:cxn>
                <a:cxn ang="0">
                  <a:pos x="1574" y="632"/>
                </a:cxn>
                <a:cxn ang="0">
                  <a:pos x="1656" y="626"/>
                </a:cxn>
                <a:cxn ang="0">
                  <a:pos x="1734" y="620"/>
                </a:cxn>
                <a:cxn ang="0">
                  <a:pos x="1812" y="612"/>
                </a:cxn>
                <a:cxn ang="0">
                  <a:pos x="1886" y="602"/>
                </a:cxn>
                <a:cxn ang="0">
                  <a:pos x="1960" y="592"/>
                </a:cxn>
                <a:cxn ang="0">
                  <a:pos x="2030" y="580"/>
                </a:cxn>
                <a:cxn ang="0">
                  <a:pos x="2100" y="568"/>
                </a:cxn>
                <a:cxn ang="0">
                  <a:pos x="2166" y="554"/>
                </a:cxn>
                <a:cxn ang="0">
                  <a:pos x="2232" y="540"/>
                </a:cxn>
                <a:cxn ang="0">
                  <a:pos x="2296" y="524"/>
                </a:cxn>
                <a:cxn ang="0">
                  <a:pos x="2358" y="508"/>
                </a:cxn>
                <a:cxn ang="0">
                  <a:pos x="2418" y="490"/>
                </a:cxn>
                <a:cxn ang="0">
                  <a:pos x="2478" y="472"/>
                </a:cxn>
                <a:cxn ang="0">
                  <a:pos x="2592" y="432"/>
                </a:cxn>
                <a:cxn ang="0">
                  <a:pos x="2702" y="390"/>
                </a:cxn>
                <a:cxn ang="0">
                  <a:pos x="2702" y="390"/>
                </a:cxn>
                <a:cxn ang="0">
                  <a:pos x="2706" y="388"/>
                </a:cxn>
                <a:cxn ang="0">
                  <a:pos x="2706" y="388"/>
                </a:cxn>
                <a:cxn ang="0">
                  <a:pos x="2706" y="0"/>
                </a:cxn>
                <a:cxn ang="0">
                  <a:pos x="2706" y="0"/>
                </a:cxn>
                <a:cxn ang="0">
                  <a:pos x="2700" y="0"/>
                </a:cxn>
                <a:cxn ang="0">
                  <a:pos x="2700" y="0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6" y="0"/>
                  </a:lnTo>
                  <a:lnTo>
                    <a:pt x="2700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00"/>
              </a:schemeClr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Freeform 18"/>
            <p:cNvSpPr>
              <a:spLocks/>
            </p:cNvSpPr>
            <p:nvPr/>
          </p:nvSpPr>
          <p:spPr bwMode="hidden">
            <a:xfrm>
              <a:off x="-309563" y="4318000"/>
              <a:ext cx="8280401" cy="1209675"/>
            </a:xfrm>
            <a:custGeom>
              <a:avLst/>
              <a:gdLst/>
              <a:ahLst/>
              <a:cxnLst>
                <a:cxn ang="0">
                  <a:pos x="5216" y="714"/>
                </a:cxn>
                <a:cxn ang="0">
                  <a:pos x="4984" y="686"/>
                </a:cxn>
                <a:cxn ang="0">
                  <a:pos x="4478" y="610"/>
                </a:cxn>
                <a:cxn ang="0">
                  <a:pos x="3914" y="508"/>
                </a:cxn>
                <a:cxn ang="0">
                  <a:pos x="3286" y="374"/>
                </a:cxn>
                <a:cxn ang="0">
                  <a:pos x="2946" y="296"/>
                </a:cxn>
                <a:cxn ang="0">
                  <a:pos x="2682" y="236"/>
                </a:cxn>
                <a:cxn ang="0">
                  <a:pos x="2430" y="184"/>
                </a:cxn>
                <a:cxn ang="0">
                  <a:pos x="2190" y="140"/>
                </a:cxn>
                <a:cxn ang="0">
                  <a:pos x="1960" y="102"/>
                </a:cxn>
                <a:cxn ang="0">
                  <a:pos x="1740" y="72"/>
                </a:cxn>
                <a:cxn ang="0">
                  <a:pos x="1334" y="28"/>
                </a:cxn>
                <a:cxn ang="0">
                  <a:pos x="970" y="4"/>
                </a:cxn>
                <a:cxn ang="0">
                  <a:pos x="644" y="0"/>
                </a:cxn>
                <a:cxn ang="0">
                  <a:pos x="358" y="10"/>
                </a:cxn>
                <a:cxn ang="0">
                  <a:pos x="110" y="32"/>
                </a:cxn>
                <a:cxn ang="0">
                  <a:pos x="0" y="48"/>
                </a:cxn>
                <a:cxn ang="0">
                  <a:pos x="314" y="86"/>
                </a:cxn>
                <a:cxn ang="0">
                  <a:pos x="652" y="140"/>
                </a:cxn>
                <a:cxn ang="0">
                  <a:pos x="1014" y="210"/>
                </a:cxn>
                <a:cxn ang="0">
                  <a:pos x="1402" y="296"/>
                </a:cxn>
                <a:cxn ang="0">
                  <a:pos x="1756" y="378"/>
                </a:cxn>
                <a:cxn ang="0">
                  <a:pos x="2408" y="516"/>
                </a:cxn>
                <a:cxn ang="0">
                  <a:pos x="2708" y="572"/>
                </a:cxn>
                <a:cxn ang="0">
                  <a:pos x="2992" y="620"/>
                </a:cxn>
                <a:cxn ang="0">
                  <a:pos x="3260" y="662"/>
                </a:cxn>
                <a:cxn ang="0">
                  <a:pos x="3512" y="694"/>
                </a:cxn>
                <a:cxn ang="0">
                  <a:pos x="3750" y="722"/>
                </a:cxn>
                <a:cxn ang="0">
                  <a:pos x="3974" y="740"/>
                </a:cxn>
                <a:cxn ang="0">
                  <a:pos x="4184" y="754"/>
                </a:cxn>
                <a:cxn ang="0">
                  <a:pos x="4384" y="762"/>
                </a:cxn>
                <a:cxn ang="0">
                  <a:pos x="4570" y="762"/>
                </a:cxn>
                <a:cxn ang="0">
                  <a:pos x="4746" y="758"/>
                </a:cxn>
                <a:cxn ang="0">
                  <a:pos x="4912" y="748"/>
                </a:cxn>
                <a:cxn ang="0">
                  <a:pos x="5068" y="732"/>
                </a:cxn>
                <a:cxn ang="0">
                  <a:pos x="5216" y="714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40000"/>
              </a:schemeClr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Freeform 22"/>
            <p:cNvSpPr>
              <a:spLocks/>
            </p:cNvSpPr>
            <p:nvPr/>
          </p:nvSpPr>
          <p:spPr bwMode="hidden">
            <a:xfrm>
              <a:off x="3175" y="4335463"/>
              <a:ext cx="8166100" cy="1101725"/>
            </a:xfrm>
            <a:custGeom>
              <a:avLst/>
              <a:gdLst/>
              <a:ahLst/>
              <a:cxnLst>
                <a:cxn ang="0">
                  <a:pos x="0" y="70"/>
                </a:cxn>
                <a:cxn ang="0">
                  <a:pos x="0" y="70"/>
                </a:cxn>
                <a:cxn ang="0">
                  <a:pos x="18" y="66"/>
                </a:cxn>
                <a:cxn ang="0">
                  <a:pos x="72" y="56"/>
                </a:cxn>
                <a:cxn ang="0">
                  <a:pos x="164" y="42"/>
                </a:cxn>
                <a:cxn ang="0">
                  <a:pos x="224" y="34"/>
                </a:cxn>
                <a:cxn ang="0">
                  <a:pos x="294" y="26"/>
                </a:cxn>
                <a:cxn ang="0">
                  <a:pos x="372" y="20"/>
                </a:cxn>
                <a:cxn ang="0">
                  <a:pos x="462" y="14"/>
                </a:cxn>
                <a:cxn ang="0">
                  <a:pos x="560" y="8"/>
                </a:cxn>
                <a:cxn ang="0">
                  <a:pos x="670" y="4"/>
                </a:cxn>
                <a:cxn ang="0">
                  <a:pos x="790" y="2"/>
                </a:cxn>
                <a:cxn ang="0">
                  <a:pos x="920" y="0"/>
                </a:cxn>
                <a:cxn ang="0">
                  <a:pos x="1060" y="2"/>
                </a:cxn>
                <a:cxn ang="0">
                  <a:pos x="1210" y="6"/>
                </a:cxn>
                <a:cxn ang="0">
                  <a:pos x="1372" y="14"/>
                </a:cxn>
                <a:cxn ang="0">
                  <a:pos x="1544" y="24"/>
                </a:cxn>
                <a:cxn ang="0">
                  <a:pos x="1726" y="40"/>
                </a:cxn>
                <a:cxn ang="0">
                  <a:pos x="1920" y="58"/>
                </a:cxn>
                <a:cxn ang="0">
                  <a:pos x="2126" y="80"/>
                </a:cxn>
                <a:cxn ang="0">
                  <a:pos x="2342" y="106"/>
                </a:cxn>
                <a:cxn ang="0">
                  <a:pos x="2570" y="138"/>
                </a:cxn>
                <a:cxn ang="0">
                  <a:pos x="2808" y="174"/>
                </a:cxn>
                <a:cxn ang="0">
                  <a:pos x="3058" y="216"/>
                </a:cxn>
                <a:cxn ang="0">
                  <a:pos x="3320" y="266"/>
                </a:cxn>
                <a:cxn ang="0">
                  <a:pos x="3594" y="320"/>
                </a:cxn>
                <a:cxn ang="0">
                  <a:pos x="3880" y="380"/>
                </a:cxn>
                <a:cxn ang="0">
                  <a:pos x="4178" y="448"/>
                </a:cxn>
                <a:cxn ang="0">
                  <a:pos x="4488" y="522"/>
                </a:cxn>
                <a:cxn ang="0">
                  <a:pos x="4810" y="604"/>
                </a:cxn>
                <a:cxn ang="0">
                  <a:pos x="5144" y="694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Freeform 26"/>
            <p:cNvSpPr>
              <a:spLocks/>
            </p:cNvSpPr>
            <p:nvPr/>
          </p:nvSpPr>
          <p:spPr bwMode="hidden">
            <a:xfrm>
              <a:off x="4156075" y="4316413"/>
              <a:ext cx="4940300" cy="927100"/>
            </a:xfrm>
            <a:custGeom>
              <a:avLst/>
              <a:gdLst/>
              <a:ahLst/>
              <a:cxnLst>
                <a:cxn ang="0">
                  <a:pos x="0" y="584"/>
                </a:cxn>
                <a:cxn ang="0">
                  <a:pos x="0" y="584"/>
                </a:cxn>
                <a:cxn ang="0">
                  <a:pos x="90" y="560"/>
                </a:cxn>
                <a:cxn ang="0">
                  <a:pos x="336" y="498"/>
                </a:cxn>
                <a:cxn ang="0">
                  <a:pos x="506" y="456"/>
                </a:cxn>
                <a:cxn ang="0">
                  <a:pos x="702" y="410"/>
                </a:cxn>
                <a:cxn ang="0">
                  <a:pos x="920" y="360"/>
                </a:cxn>
                <a:cxn ang="0">
                  <a:pos x="1154" y="306"/>
                </a:cxn>
                <a:cxn ang="0">
                  <a:pos x="1402" y="254"/>
                </a:cxn>
                <a:cxn ang="0">
                  <a:pos x="1656" y="202"/>
                </a:cxn>
                <a:cxn ang="0">
                  <a:pos x="1916" y="154"/>
                </a:cxn>
                <a:cxn ang="0">
                  <a:pos x="2174" y="108"/>
                </a:cxn>
                <a:cxn ang="0">
                  <a:pos x="2302" y="88"/>
                </a:cxn>
                <a:cxn ang="0">
                  <a:pos x="2426" y="68"/>
                </a:cxn>
                <a:cxn ang="0">
                  <a:pos x="2550" y="52"/>
                </a:cxn>
                <a:cxn ang="0">
                  <a:pos x="2670" y="36"/>
                </a:cxn>
                <a:cxn ang="0">
                  <a:pos x="2788" y="24"/>
                </a:cxn>
                <a:cxn ang="0">
                  <a:pos x="2900" y="14"/>
                </a:cxn>
                <a:cxn ang="0">
                  <a:pos x="3008" y="6"/>
                </a:cxn>
                <a:cxn ang="0">
                  <a:pos x="3112" y="0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 useBgFill="1">
          <p:nvSpPr>
            <p:cNvPr id="15" name="Freeform 10"/>
            <p:cNvSpPr>
              <a:spLocks/>
            </p:cNvSpPr>
            <p:nvPr/>
          </p:nvSpPr>
          <p:spPr bwMode="hidden">
            <a:xfrm>
              <a:off x="-3905250" y="4294188"/>
              <a:ext cx="13011150" cy="1892300"/>
            </a:xfrm>
            <a:custGeom>
              <a:avLst/>
              <a:gdLst/>
              <a:ahLst/>
              <a:cxnLst>
                <a:cxn ang="0">
                  <a:pos x="8192" y="512"/>
                </a:cxn>
                <a:cxn ang="0">
                  <a:pos x="8040" y="570"/>
                </a:cxn>
                <a:cxn ang="0">
                  <a:pos x="7878" y="620"/>
                </a:cxn>
                <a:cxn ang="0">
                  <a:pos x="7706" y="666"/>
                </a:cxn>
                <a:cxn ang="0">
                  <a:pos x="7522" y="702"/>
                </a:cxn>
                <a:cxn ang="0">
                  <a:pos x="7322" y="730"/>
                </a:cxn>
                <a:cxn ang="0">
                  <a:pos x="7106" y="750"/>
                </a:cxn>
                <a:cxn ang="0">
                  <a:pos x="6872" y="762"/>
                </a:cxn>
                <a:cxn ang="0">
                  <a:pos x="6618" y="760"/>
                </a:cxn>
                <a:cxn ang="0">
                  <a:pos x="6342" y="750"/>
                </a:cxn>
                <a:cxn ang="0">
                  <a:pos x="6042" y="726"/>
                </a:cxn>
                <a:cxn ang="0">
                  <a:pos x="5716" y="690"/>
                </a:cxn>
                <a:cxn ang="0">
                  <a:pos x="5364" y="642"/>
                </a:cxn>
                <a:cxn ang="0">
                  <a:pos x="4982" y="578"/>
                </a:cxn>
                <a:cxn ang="0">
                  <a:pos x="4568" y="500"/>
                </a:cxn>
                <a:cxn ang="0">
                  <a:pos x="4122" y="406"/>
                </a:cxn>
                <a:cxn ang="0">
                  <a:pos x="3640" y="296"/>
                </a:cxn>
                <a:cxn ang="0">
                  <a:pos x="3396" y="240"/>
                </a:cxn>
                <a:cxn ang="0">
                  <a:pos x="2934" y="148"/>
                </a:cxn>
                <a:cxn ang="0">
                  <a:pos x="2512" y="82"/>
                </a:cxn>
                <a:cxn ang="0">
                  <a:pos x="2126" y="36"/>
                </a:cxn>
                <a:cxn ang="0">
                  <a:pos x="1776" y="10"/>
                </a:cxn>
                <a:cxn ang="0">
                  <a:pos x="1462" y="0"/>
                </a:cxn>
                <a:cxn ang="0">
                  <a:pos x="1182" y="4"/>
                </a:cxn>
                <a:cxn ang="0">
                  <a:pos x="934" y="20"/>
                </a:cxn>
                <a:cxn ang="0">
                  <a:pos x="716" y="44"/>
                </a:cxn>
                <a:cxn ang="0">
                  <a:pos x="530" y="74"/>
                </a:cxn>
                <a:cxn ang="0">
                  <a:pos x="374" y="108"/>
                </a:cxn>
                <a:cxn ang="0">
                  <a:pos x="248" y="144"/>
                </a:cxn>
                <a:cxn ang="0">
                  <a:pos x="148" y="176"/>
                </a:cxn>
                <a:cxn ang="0">
                  <a:pos x="48" y="216"/>
                </a:cxn>
                <a:cxn ang="0">
                  <a:pos x="0" y="240"/>
                </a:cxn>
                <a:cxn ang="0">
                  <a:pos x="8192" y="1192"/>
                </a:cxn>
                <a:cxn ang="0">
                  <a:pos x="8196" y="1186"/>
                </a:cxn>
                <a:cxn ang="0">
                  <a:pos x="8196" y="510"/>
                </a:cxn>
                <a:cxn ang="0">
                  <a:pos x="8192" y="512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6" y="510"/>
                  </a:lnTo>
                  <a:lnTo>
                    <a:pt x="8192" y="512"/>
                  </a:lnTo>
                  <a:lnTo>
                    <a:pt x="8192" y="512"/>
                  </a:lnTo>
                  <a:close/>
                </a:path>
              </a:pathLst>
            </a:custGeom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600200"/>
            <a:ext cx="7772400" cy="1780108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FFFFFF"/>
                </a:solidFill>
              </a:defRPr>
            </a:lvl1pPr>
          </a:lstStyle>
          <a:p>
            <a:r>
              <a:rPr lang="x-none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556001"/>
            <a:ext cx="6400800" cy="14732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x-none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CC4D2-1A54-7D41-9756-4EC7A9F34212}" type="datetimeFigureOut">
              <a:rPr lang="en-US" smtClean="0"/>
              <a:t>1/27/15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F990B-2EB2-614F-A0AE-0C876CF3E6C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CC4D2-1A54-7D41-9756-4EC7A9F34212}" type="datetimeFigureOut">
              <a:rPr lang="en-US" smtClean="0"/>
              <a:t>1/27/15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F990B-2EB2-614F-A0AE-0C876CF3E6C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/>
          <p:cNvSpPr/>
          <p:nvPr/>
        </p:nvSpPr>
        <p:spPr>
          <a:xfrm>
            <a:off x="228600" y="228600"/>
            <a:ext cx="8695944" cy="4736592"/>
          </a:xfrm>
          <a:prstGeom prst="roundRect">
            <a:avLst>
              <a:gd name="adj" fmla="val 127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14"/>
          <p:cNvSpPr>
            <a:spLocks/>
          </p:cNvSpPr>
          <p:nvPr/>
        </p:nvSpPr>
        <p:spPr bwMode="hidden">
          <a:xfrm>
            <a:off x="6047438" y="4203592"/>
            <a:ext cx="2876429" cy="714026"/>
          </a:xfrm>
          <a:custGeom>
            <a:avLst/>
            <a:gdLst/>
            <a:ahLst/>
            <a:cxnLst>
              <a:cxn ang="0">
                <a:pos x="2700" y="0"/>
              </a:cxn>
              <a:cxn ang="0">
                <a:pos x="2700" y="0"/>
              </a:cxn>
              <a:cxn ang="0">
                <a:pos x="2586" y="18"/>
              </a:cxn>
              <a:cxn ang="0">
                <a:pos x="2470" y="38"/>
              </a:cxn>
              <a:cxn ang="0">
                <a:pos x="2352" y="60"/>
              </a:cxn>
              <a:cxn ang="0">
                <a:pos x="2230" y="82"/>
              </a:cxn>
              <a:cxn ang="0">
                <a:pos x="2106" y="108"/>
              </a:cxn>
              <a:cxn ang="0">
                <a:pos x="1978" y="134"/>
              </a:cxn>
              <a:cxn ang="0">
                <a:pos x="1848" y="164"/>
              </a:cxn>
              <a:cxn ang="0">
                <a:pos x="1714" y="194"/>
              </a:cxn>
              <a:cxn ang="0">
                <a:pos x="1714" y="194"/>
              </a:cxn>
              <a:cxn ang="0">
                <a:pos x="1472" y="252"/>
              </a:cxn>
              <a:cxn ang="0">
                <a:pos x="1236" y="304"/>
              </a:cxn>
              <a:cxn ang="0">
                <a:pos x="1010" y="352"/>
              </a:cxn>
              <a:cxn ang="0">
                <a:pos x="792" y="398"/>
              </a:cxn>
              <a:cxn ang="0">
                <a:pos x="584" y="438"/>
              </a:cxn>
              <a:cxn ang="0">
                <a:pos x="382" y="474"/>
              </a:cxn>
              <a:cxn ang="0">
                <a:pos x="188" y="508"/>
              </a:cxn>
              <a:cxn ang="0">
                <a:pos x="0" y="538"/>
              </a:cxn>
              <a:cxn ang="0">
                <a:pos x="0" y="538"/>
              </a:cxn>
              <a:cxn ang="0">
                <a:pos x="130" y="556"/>
              </a:cxn>
              <a:cxn ang="0">
                <a:pos x="254" y="572"/>
              </a:cxn>
              <a:cxn ang="0">
                <a:pos x="374" y="586"/>
              </a:cxn>
              <a:cxn ang="0">
                <a:pos x="492" y="598"/>
              </a:cxn>
              <a:cxn ang="0">
                <a:pos x="606" y="610"/>
              </a:cxn>
              <a:cxn ang="0">
                <a:pos x="716" y="618"/>
              </a:cxn>
              <a:cxn ang="0">
                <a:pos x="822" y="626"/>
              </a:cxn>
              <a:cxn ang="0">
                <a:pos x="926" y="632"/>
              </a:cxn>
              <a:cxn ang="0">
                <a:pos x="1028" y="636"/>
              </a:cxn>
              <a:cxn ang="0">
                <a:pos x="1126" y="638"/>
              </a:cxn>
              <a:cxn ang="0">
                <a:pos x="1220" y="640"/>
              </a:cxn>
              <a:cxn ang="0">
                <a:pos x="1312" y="640"/>
              </a:cxn>
              <a:cxn ang="0">
                <a:pos x="1402" y="638"/>
              </a:cxn>
              <a:cxn ang="0">
                <a:pos x="1490" y="636"/>
              </a:cxn>
              <a:cxn ang="0">
                <a:pos x="1574" y="632"/>
              </a:cxn>
              <a:cxn ang="0">
                <a:pos x="1656" y="626"/>
              </a:cxn>
              <a:cxn ang="0">
                <a:pos x="1734" y="620"/>
              </a:cxn>
              <a:cxn ang="0">
                <a:pos x="1812" y="612"/>
              </a:cxn>
              <a:cxn ang="0">
                <a:pos x="1886" y="602"/>
              </a:cxn>
              <a:cxn ang="0">
                <a:pos x="1960" y="592"/>
              </a:cxn>
              <a:cxn ang="0">
                <a:pos x="2030" y="580"/>
              </a:cxn>
              <a:cxn ang="0">
                <a:pos x="2100" y="568"/>
              </a:cxn>
              <a:cxn ang="0">
                <a:pos x="2166" y="554"/>
              </a:cxn>
              <a:cxn ang="0">
                <a:pos x="2232" y="540"/>
              </a:cxn>
              <a:cxn ang="0">
                <a:pos x="2296" y="524"/>
              </a:cxn>
              <a:cxn ang="0">
                <a:pos x="2358" y="508"/>
              </a:cxn>
              <a:cxn ang="0">
                <a:pos x="2418" y="490"/>
              </a:cxn>
              <a:cxn ang="0">
                <a:pos x="2478" y="472"/>
              </a:cxn>
              <a:cxn ang="0">
                <a:pos x="2592" y="432"/>
              </a:cxn>
              <a:cxn ang="0">
                <a:pos x="2702" y="390"/>
              </a:cxn>
              <a:cxn ang="0">
                <a:pos x="2702" y="390"/>
              </a:cxn>
              <a:cxn ang="0">
                <a:pos x="2706" y="388"/>
              </a:cxn>
              <a:cxn ang="0">
                <a:pos x="2706" y="388"/>
              </a:cxn>
              <a:cxn ang="0">
                <a:pos x="2706" y="0"/>
              </a:cxn>
              <a:cxn ang="0">
                <a:pos x="2706" y="0"/>
              </a:cxn>
              <a:cxn ang="0">
                <a:pos x="2700" y="0"/>
              </a:cxn>
              <a:cxn ang="0">
                <a:pos x="2700" y="0"/>
              </a:cxn>
            </a:cxnLst>
            <a:rect l="0" t="0" r="r" b="b"/>
            <a:pathLst>
              <a:path w="2706" h="640">
                <a:moveTo>
                  <a:pt x="2700" y="0"/>
                </a:moveTo>
                <a:lnTo>
                  <a:pt x="2700" y="0"/>
                </a:lnTo>
                <a:lnTo>
                  <a:pt x="2586" y="18"/>
                </a:lnTo>
                <a:lnTo>
                  <a:pt x="2470" y="38"/>
                </a:lnTo>
                <a:lnTo>
                  <a:pt x="2352" y="60"/>
                </a:lnTo>
                <a:lnTo>
                  <a:pt x="2230" y="82"/>
                </a:lnTo>
                <a:lnTo>
                  <a:pt x="2106" y="108"/>
                </a:lnTo>
                <a:lnTo>
                  <a:pt x="1978" y="134"/>
                </a:lnTo>
                <a:lnTo>
                  <a:pt x="1848" y="164"/>
                </a:lnTo>
                <a:lnTo>
                  <a:pt x="1714" y="194"/>
                </a:lnTo>
                <a:lnTo>
                  <a:pt x="1714" y="194"/>
                </a:lnTo>
                <a:lnTo>
                  <a:pt x="1472" y="252"/>
                </a:lnTo>
                <a:lnTo>
                  <a:pt x="1236" y="304"/>
                </a:lnTo>
                <a:lnTo>
                  <a:pt x="1010" y="352"/>
                </a:lnTo>
                <a:lnTo>
                  <a:pt x="792" y="398"/>
                </a:lnTo>
                <a:lnTo>
                  <a:pt x="584" y="438"/>
                </a:lnTo>
                <a:lnTo>
                  <a:pt x="382" y="474"/>
                </a:lnTo>
                <a:lnTo>
                  <a:pt x="188" y="508"/>
                </a:lnTo>
                <a:lnTo>
                  <a:pt x="0" y="538"/>
                </a:lnTo>
                <a:lnTo>
                  <a:pt x="0" y="538"/>
                </a:lnTo>
                <a:lnTo>
                  <a:pt x="130" y="556"/>
                </a:lnTo>
                <a:lnTo>
                  <a:pt x="254" y="572"/>
                </a:lnTo>
                <a:lnTo>
                  <a:pt x="374" y="586"/>
                </a:lnTo>
                <a:lnTo>
                  <a:pt x="492" y="598"/>
                </a:lnTo>
                <a:lnTo>
                  <a:pt x="606" y="610"/>
                </a:lnTo>
                <a:lnTo>
                  <a:pt x="716" y="618"/>
                </a:lnTo>
                <a:lnTo>
                  <a:pt x="822" y="626"/>
                </a:lnTo>
                <a:lnTo>
                  <a:pt x="926" y="632"/>
                </a:lnTo>
                <a:lnTo>
                  <a:pt x="1028" y="636"/>
                </a:lnTo>
                <a:lnTo>
                  <a:pt x="1126" y="638"/>
                </a:lnTo>
                <a:lnTo>
                  <a:pt x="1220" y="640"/>
                </a:lnTo>
                <a:lnTo>
                  <a:pt x="1312" y="640"/>
                </a:lnTo>
                <a:lnTo>
                  <a:pt x="1402" y="638"/>
                </a:lnTo>
                <a:lnTo>
                  <a:pt x="1490" y="636"/>
                </a:lnTo>
                <a:lnTo>
                  <a:pt x="1574" y="632"/>
                </a:lnTo>
                <a:lnTo>
                  <a:pt x="1656" y="626"/>
                </a:lnTo>
                <a:lnTo>
                  <a:pt x="1734" y="620"/>
                </a:lnTo>
                <a:lnTo>
                  <a:pt x="1812" y="612"/>
                </a:lnTo>
                <a:lnTo>
                  <a:pt x="1886" y="602"/>
                </a:lnTo>
                <a:lnTo>
                  <a:pt x="1960" y="592"/>
                </a:lnTo>
                <a:lnTo>
                  <a:pt x="2030" y="580"/>
                </a:lnTo>
                <a:lnTo>
                  <a:pt x="2100" y="568"/>
                </a:lnTo>
                <a:lnTo>
                  <a:pt x="2166" y="554"/>
                </a:lnTo>
                <a:lnTo>
                  <a:pt x="2232" y="540"/>
                </a:lnTo>
                <a:lnTo>
                  <a:pt x="2296" y="524"/>
                </a:lnTo>
                <a:lnTo>
                  <a:pt x="2358" y="508"/>
                </a:lnTo>
                <a:lnTo>
                  <a:pt x="2418" y="490"/>
                </a:lnTo>
                <a:lnTo>
                  <a:pt x="2478" y="472"/>
                </a:lnTo>
                <a:lnTo>
                  <a:pt x="2592" y="432"/>
                </a:lnTo>
                <a:lnTo>
                  <a:pt x="2702" y="390"/>
                </a:lnTo>
                <a:lnTo>
                  <a:pt x="2702" y="390"/>
                </a:lnTo>
                <a:lnTo>
                  <a:pt x="2706" y="388"/>
                </a:lnTo>
                <a:lnTo>
                  <a:pt x="2706" y="388"/>
                </a:lnTo>
                <a:lnTo>
                  <a:pt x="2706" y="0"/>
                </a:lnTo>
                <a:lnTo>
                  <a:pt x="2706" y="0"/>
                </a:lnTo>
                <a:lnTo>
                  <a:pt x="2700" y="0"/>
                </a:lnTo>
                <a:lnTo>
                  <a:pt x="2700" y="0"/>
                </a:lnTo>
                <a:close/>
              </a:path>
            </a:pathLst>
          </a:custGeom>
          <a:solidFill>
            <a:schemeClr val="bg2">
              <a:alpha val="29000"/>
            </a:schemeClr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" name="Freeform 18"/>
          <p:cNvSpPr>
            <a:spLocks/>
          </p:cNvSpPr>
          <p:nvPr/>
        </p:nvSpPr>
        <p:spPr bwMode="hidden">
          <a:xfrm>
            <a:off x="2619320" y="4075290"/>
            <a:ext cx="5544515" cy="850138"/>
          </a:xfrm>
          <a:custGeom>
            <a:avLst/>
            <a:gdLst/>
            <a:ahLst/>
            <a:cxnLst>
              <a:cxn ang="0">
                <a:pos x="5216" y="714"/>
              </a:cxn>
              <a:cxn ang="0">
                <a:pos x="4984" y="686"/>
              </a:cxn>
              <a:cxn ang="0">
                <a:pos x="4478" y="610"/>
              </a:cxn>
              <a:cxn ang="0">
                <a:pos x="3914" y="508"/>
              </a:cxn>
              <a:cxn ang="0">
                <a:pos x="3286" y="374"/>
              </a:cxn>
              <a:cxn ang="0">
                <a:pos x="2946" y="296"/>
              </a:cxn>
              <a:cxn ang="0">
                <a:pos x="2682" y="236"/>
              </a:cxn>
              <a:cxn ang="0">
                <a:pos x="2430" y="184"/>
              </a:cxn>
              <a:cxn ang="0">
                <a:pos x="2190" y="140"/>
              </a:cxn>
              <a:cxn ang="0">
                <a:pos x="1960" y="102"/>
              </a:cxn>
              <a:cxn ang="0">
                <a:pos x="1740" y="72"/>
              </a:cxn>
              <a:cxn ang="0">
                <a:pos x="1334" y="28"/>
              </a:cxn>
              <a:cxn ang="0">
                <a:pos x="970" y="4"/>
              </a:cxn>
              <a:cxn ang="0">
                <a:pos x="644" y="0"/>
              </a:cxn>
              <a:cxn ang="0">
                <a:pos x="358" y="10"/>
              </a:cxn>
              <a:cxn ang="0">
                <a:pos x="110" y="32"/>
              </a:cxn>
              <a:cxn ang="0">
                <a:pos x="0" y="48"/>
              </a:cxn>
              <a:cxn ang="0">
                <a:pos x="314" y="86"/>
              </a:cxn>
              <a:cxn ang="0">
                <a:pos x="652" y="140"/>
              </a:cxn>
              <a:cxn ang="0">
                <a:pos x="1014" y="210"/>
              </a:cxn>
              <a:cxn ang="0">
                <a:pos x="1402" y="296"/>
              </a:cxn>
              <a:cxn ang="0">
                <a:pos x="1756" y="378"/>
              </a:cxn>
              <a:cxn ang="0">
                <a:pos x="2408" y="516"/>
              </a:cxn>
              <a:cxn ang="0">
                <a:pos x="2708" y="572"/>
              </a:cxn>
              <a:cxn ang="0">
                <a:pos x="2992" y="620"/>
              </a:cxn>
              <a:cxn ang="0">
                <a:pos x="3260" y="662"/>
              </a:cxn>
              <a:cxn ang="0">
                <a:pos x="3512" y="694"/>
              </a:cxn>
              <a:cxn ang="0">
                <a:pos x="3750" y="722"/>
              </a:cxn>
              <a:cxn ang="0">
                <a:pos x="3974" y="740"/>
              </a:cxn>
              <a:cxn ang="0">
                <a:pos x="4184" y="754"/>
              </a:cxn>
              <a:cxn ang="0">
                <a:pos x="4384" y="762"/>
              </a:cxn>
              <a:cxn ang="0">
                <a:pos x="4570" y="762"/>
              </a:cxn>
              <a:cxn ang="0">
                <a:pos x="4746" y="758"/>
              </a:cxn>
              <a:cxn ang="0">
                <a:pos x="4912" y="748"/>
              </a:cxn>
              <a:cxn ang="0">
                <a:pos x="5068" y="732"/>
              </a:cxn>
              <a:cxn ang="0">
                <a:pos x="5216" y="714"/>
              </a:cxn>
            </a:cxnLst>
            <a:rect l="0" t="0" r="r" b="b"/>
            <a:pathLst>
              <a:path w="5216" h="762">
                <a:moveTo>
                  <a:pt x="5216" y="714"/>
                </a:moveTo>
                <a:lnTo>
                  <a:pt x="5216" y="714"/>
                </a:lnTo>
                <a:lnTo>
                  <a:pt x="5102" y="700"/>
                </a:lnTo>
                <a:lnTo>
                  <a:pt x="4984" y="686"/>
                </a:lnTo>
                <a:lnTo>
                  <a:pt x="4738" y="652"/>
                </a:lnTo>
                <a:lnTo>
                  <a:pt x="4478" y="610"/>
                </a:lnTo>
                <a:lnTo>
                  <a:pt x="4204" y="564"/>
                </a:lnTo>
                <a:lnTo>
                  <a:pt x="3914" y="508"/>
                </a:lnTo>
                <a:lnTo>
                  <a:pt x="3608" y="446"/>
                </a:lnTo>
                <a:lnTo>
                  <a:pt x="3286" y="374"/>
                </a:lnTo>
                <a:lnTo>
                  <a:pt x="2946" y="296"/>
                </a:lnTo>
                <a:lnTo>
                  <a:pt x="2946" y="296"/>
                </a:lnTo>
                <a:lnTo>
                  <a:pt x="2812" y="266"/>
                </a:lnTo>
                <a:lnTo>
                  <a:pt x="2682" y="236"/>
                </a:lnTo>
                <a:lnTo>
                  <a:pt x="2556" y="210"/>
                </a:lnTo>
                <a:lnTo>
                  <a:pt x="2430" y="184"/>
                </a:lnTo>
                <a:lnTo>
                  <a:pt x="2308" y="162"/>
                </a:lnTo>
                <a:lnTo>
                  <a:pt x="2190" y="140"/>
                </a:lnTo>
                <a:lnTo>
                  <a:pt x="2074" y="120"/>
                </a:lnTo>
                <a:lnTo>
                  <a:pt x="1960" y="102"/>
                </a:lnTo>
                <a:lnTo>
                  <a:pt x="1850" y="86"/>
                </a:lnTo>
                <a:lnTo>
                  <a:pt x="1740" y="72"/>
                </a:lnTo>
                <a:lnTo>
                  <a:pt x="1532" y="46"/>
                </a:lnTo>
                <a:lnTo>
                  <a:pt x="1334" y="28"/>
                </a:lnTo>
                <a:lnTo>
                  <a:pt x="1148" y="14"/>
                </a:lnTo>
                <a:lnTo>
                  <a:pt x="970" y="4"/>
                </a:lnTo>
                <a:lnTo>
                  <a:pt x="802" y="0"/>
                </a:lnTo>
                <a:lnTo>
                  <a:pt x="644" y="0"/>
                </a:lnTo>
                <a:lnTo>
                  <a:pt x="496" y="4"/>
                </a:lnTo>
                <a:lnTo>
                  <a:pt x="358" y="10"/>
                </a:lnTo>
                <a:lnTo>
                  <a:pt x="230" y="20"/>
                </a:lnTo>
                <a:lnTo>
                  <a:pt x="110" y="32"/>
                </a:lnTo>
                <a:lnTo>
                  <a:pt x="0" y="48"/>
                </a:lnTo>
                <a:lnTo>
                  <a:pt x="0" y="48"/>
                </a:lnTo>
                <a:lnTo>
                  <a:pt x="154" y="66"/>
                </a:lnTo>
                <a:lnTo>
                  <a:pt x="314" y="86"/>
                </a:lnTo>
                <a:lnTo>
                  <a:pt x="480" y="112"/>
                </a:lnTo>
                <a:lnTo>
                  <a:pt x="652" y="140"/>
                </a:lnTo>
                <a:lnTo>
                  <a:pt x="830" y="174"/>
                </a:lnTo>
                <a:lnTo>
                  <a:pt x="1014" y="210"/>
                </a:lnTo>
                <a:lnTo>
                  <a:pt x="1206" y="250"/>
                </a:lnTo>
                <a:lnTo>
                  <a:pt x="1402" y="296"/>
                </a:lnTo>
                <a:lnTo>
                  <a:pt x="1402" y="296"/>
                </a:lnTo>
                <a:lnTo>
                  <a:pt x="1756" y="378"/>
                </a:lnTo>
                <a:lnTo>
                  <a:pt x="2092" y="450"/>
                </a:lnTo>
                <a:lnTo>
                  <a:pt x="2408" y="516"/>
                </a:lnTo>
                <a:lnTo>
                  <a:pt x="2562" y="544"/>
                </a:lnTo>
                <a:lnTo>
                  <a:pt x="2708" y="572"/>
                </a:lnTo>
                <a:lnTo>
                  <a:pt x="2852" y="598"/>
                </a:lnTo>
                <a:lnTo>
                  <a:pt x="2992" y="620"/>
                </a:lnTo>
                <a:lnTo>
                  <a:pt x="3128" y="642"/>
                </a:lnTo>
                <a:lnTo>
                  <a:pt x="3260" y="662"/>
                </a:lnTo>
                <a:lnTo>
                  <a:pt x="3388" y="678"/>
                </a:lnTo>
                <a:lnTo>
                  <a:pt x="3512" y="694"/>
                </a:lnTo>
                <a:lnTo>
                  <a:pt x="3632" y="708"/>
                </a:lnTo>
                <a:lnTo>
                  <a:pt x="3750" y="722"/>
                </a:lnTo>
                <a:lnTo>
                  <a:pt x="3864" y="732"/>
                </a:lnTo>
                <a:lnTo>
                  <a:pt x="3974" y="740"/>
                </a:lnTo>
                <a:lnTo>
                  <a:pt x="4080" y="748"/>
                </a:lnTo>
                <a:lnTo>
                  <a:pt x="4184" y="754"/>
                </a:lnTo>
                <a:lnTo>
                  <a:pt x="4286" y="758"/>
                </a:lnTo>
                <a:lnTo>
                  <a:pt x="4384" y="762"/>
                </a:lnTo>
                <a:lnTo>
                  <a:pt x="4478" y="762"/>
                </a:lnTo>
                <a:lnTo>
                  <a:pt x="4570" y="762"/>
                </a:lnTo>
                <a:lnTo>
                  <a:pt x="4660" y="760"/>
                </a:lnTo>
                <a:lnTo>
                  <a:pt x="4746" y="758"/>
                </a:lnTo>
                <a:lnTo>
                  <a:pt x="4830" y="754"/>
                </a:lnTo>
                <a:lnTo>
                  <a:pt x="4912" y="748"/>
                </a:lnTo>
                <a:lnTo>
                  <a:pt x="4992" y="740"/>
                </a:lnTo>
                <a:lnTo>
                  <a:pt x="5068" y="732"/>
                </a:lnTo>
                <a:lnTo>
                  <a:pt x="5144" y="724"/>
                </a:lnTo>
                <a:lnTo>
                  <a:pt x="5216" y="714"/>
                </a:lnTo>
                <a:lnTo>
                  <a:pt x="5216" y="714"/>
                </a:lnTo>
                <a:close/>
              </a:path>
            </a:pathLst>
          </a:custGeom>
          <a:solidFill>
            <a:schemeClr val="bg2">
              <a:alpha val="40000"/>
            </a:schemeClr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Freeform 22"/>
          <p:cNvSpPr>
            <a:spLocks/>
          </p:cNvSpPr>
          <p:nvPr/>
        </p:nvSpPr>
        <p:spPr bwMode="hidden">
          <a:xfrm>
            <a:off x="2828728" y="4087562"/>
            <a:ext cx="5467980" cy="774272"/>
          </a:xfrm>
          <a:custGeom>
            <a:avLst/>
            <a:gdLst/>
            <a:ahLst/>
            <a:cxnLst>
              <a:cxn ang="0">
                <a:pos x="0" y="70"/>
              </a:cxn>
              <a:cxn ang="0">
                <a:pos x="0" y="70"/>
              </a:cxn>
              <a:cxn ang="0">
                <a:pos x="18" y="66"/>
              </a:cxn>
              <a:cxn ang="0">
                <a:pos x="72" y="56"/>
              </a:cxn>
              <a:cxn ang="0">
                <a:pos x="164" y="42"/>
              </a:cxn>
              <a:cxn ang="0">
                <a:pos x="224" y="34"/>
              </a:cxn>
              <a:cxn ang="0">
                <a:pos x="294" y="26"/>
              </a:cxn>
              <a:cxn ang="0">
                <a:pos x="372" y="20"/>
              </a:cxn>
              <a:cxn ang="0">
                <a:pos x="462" y="14"/>
              </a:cxn>
              <a:cxn ang="0">
                <a:pos x="560" y="8"/>
              </a:cxn>
              <a:cxn ang="0">
                <a:pos x="670" y="4"/>
              </a:cxn>
              <a:cxn ang="0">
                <a:pos x="790" y="2"/>
              </a:cxn>
              <a:cxn ang="0">
                <a:pos x="920" y="0"/>
              </a:cxn>
              <a:cxn ang="0">
                <a:pos x="1060" y="2"/>
              </a:cxn>
              <a:cxn ang="0">
                <a:pos x="1210" y="6"/>
              </a:cxn>
              <a:cxn ang="0">
                <a:pos x="1372" y="14"/>
              </a:cxn>
              <a:cxn ang="0">
                <a:pos x="1544" y="24"/>
              </a:cxn>
              <a:cxn ang="0">
                <a:pos x="1726" y="40"/>
              </a:cxn>
              <a:cxn ang="0">
                <a:pos x="1920" y="58"/>
              </a:cxn>
              <a:cxn ang="0">
                <a:pos x="2126" y="80"/>
              </a:cxn>
              <a:cxn ang="0">
                <a:pos x="2342" y="106"/>
              </a:cxn>
              <a:cxn ang="0">
                <a:pos x="2570" y="138"/>
              </a:cxn>
              <a:cxn ang="0">
                <a:pos x="2808" y="174"/>
              </a:cxn>
              <a:cxn ang="0">
                <a:pos x="3058" y="216"/>
              </a:cxn>
              <a:cxn ang="0">
                <a:pos x="3320" y="266"/>
              </a:cxn>
              <a:cxn ang="0">
                <a:pos x="3594" y="320"/>
              </a:cxn>
              <a:cxn ang="0">
                <a:pos x="3880" y="380"/>
              </a:cxn>
              <a:cxn ang="0">
                <a:pos x="4178" y="448"/>
              </a:cxn>
              <a:cxn ang="0">
                <a:pos x="4488" y="522"/>
              </a:cxn>
              <a:cxn ang="0">
                <a:pos x="4810" y="604"/>
              </a:cxn>
              <a:cxn ang="0">
                <a:pos x="5144" y="694"/>
              </a:cxn>
            </a:cxnLst>
            <a:rect l="0" t="0" r="r" b="b"/>
            <a:pathLst>
              <a:path w="5144" h="694">
                <a:moveTo>
                  <a:pt x="0" y="70"/>
                </a:moveTo>
                <a:lnTo>
                  <a:pt x="0" y="70"/>
                </a:lnTo>
                <a:lnTo>
                  <a:pt x="18" y="66"/>
                </a:lnTo>
                <a:lnTo>
                  <a:pt x="72" y="56"/>
                </a:lnTo>
                <a:lnTo>
                  <a:pt x="164" y="42"/>
                </a:lnTo>
                <a:lnTo>
                  <a:pt x="224" y="34"/>
                </a:lnTo>
                <a:lnTo>
                  <a:pt x="294" y="26"/>
                </a:lnTo>
                <a:lnTo>
                  <a:pt x="372" y="20"/>
                </a:lnTo>
                <a:lnTo>
                  <a:pt x="462" y="14"/>
                </a:lnTo>
                <a:lnTo>
                  <a:pt x="560" y="8"/>
                </a:lnTo>
                <a:lnTo>
                  <a:pt x="670" y="4"/>
                </a:lnTo>
                <a:lnTo>
                  <a:pt x="790" y="2"/>
                </a:lnTo>
                <a:lnTo>
                  <a:pt x="920" y="0"/>
                </a:lnTo>
                <a:lnTo>
                  <a:pt x="1060" y="2"/>
                </a:lnTo>
                <a:lnTo>
                  <a:pt x="1210" y="6"/>
                </a:lnTo>
                <a:lnTo>
                  <a:pt x="1372" y="14"/>
                </a:lnTo>
                <a:lnTo>
                  <a:pt x="1544" y="24"/>
                </a:lnTo>
                <a:lnTo>
                  <a:pt x="1726" y="40"/>
                </a:lnTo>
                <a:lnTo>
                  <a:pt x="1920" y="58"/>
                </a:lnTo>
                <a:lnTo>
                  <a:pt x="2126" y="80"/>
                </a:lnTo>
                <a:lnTo>
                  <a:pt x="2342" y="106"/>
                </a:lnTo>
                <a:lnTo>
                  <a:pt x="2570" y="138"/>
                </a:lnTo>
                <a:lnTo>
                  <a:pt x="2808" y="174"/>
                </a:lnTo>
                <a:lnTo>
                  <a:pt x="3058" y="216"/>
                </a:lnTo>
                <a:lnTo>
                  <a:pt x="3320" y="266"/>
                </a:lnTo>
                <a:lnTo>
                  <a:pt x="3594" y="320"/>
                </a:lnTo>
                <a:lnTo>
                  <a:pt x="3880" y="380"/>
                </a:lnTo>
                <a:lnTo>
                  <a:pt x="4178" y="448"/>
                </a:lnTo>
                <a:lnTo>
                  <a:pt x="4488" y="522"/>
                </a:lnTo>
                <a:lnTo>
                  <a:pt x="4810" y="604"/>
                </a:lnTo>
                <a:lnTo>
                  <a:pt x="5144" y="694"/>
                </a:lnTo>
              </a:path>
            </a:pathLst>
          </a:custGeom>
          <a:noFill/>
          <a:ln w="12">
            <a:solidFill>
              <a:srgbClr val="FFFFFF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" name="Freeform 26"/>
          <p:cNvSpPr>
            <a:spLocks/>
          </p:cNvSpPr>
          <p:nvPr/>
        </p:nvSpPr>
        <p:spPr bwMode="hidden">
          <a:xfrm>
            <a:off x="5609489" y="4074174"/>
            <a:ext cx="3308000" cy="651549"/>
          </a:xfrm>
          <a:custGeom>
            <a:avLst/>
            <a:gdLst/>
            <a:ahLst/>
            <a:cxnLst>
              <a:cxn ang="0">
                <a:pos x="0" y="584"/>
              </a:cxn>
              <a:cxn ang="0">
                <a:pos x="0" y="584"/>
              </a:cxn>
              <a:cxn ang="0">
                <a:pos x="90" y="560"/>
              </a:cxn>
              <a:cxn ang="0">
                <a:pos x="336" y="498"/>
              </a:cxn>
              <a:cxn ang="0">
                <a:pos x="506" y="456"/>
              </a:cxn>
              <a:cxn ang="0">
                <a:pos x="702" y="410"/>
              </a:cxn>
              <a:cxn ang="0">
                <a:pos x="920" y="360"/>
              </a:cxn>
              <a:cxn ang="0">
                <a:pos x="1154" y="306"/>
              </a:cxn>
              <a:cxn ang="0">
                <a:pos x="1402" y="254"/>
              </a:cxn>
              <a:cxn ang="0">
                <a:pos x="1656" y="202"/>
              </a:cxn>
              <a:cxn ang="0">
                <a:pos x="1916" y="154"/>
              </a:cxn>
              <a:cxn ang="0">
                <a:pos x="2174" y="108"/>
              </a:cxn>
              <a:cxn ang="0">
                <a:pos x="2302" y="88"/>
              </a:cxn>
              <a:cxn ang="0">
                <a:pos x="2426" y="68"/>
              </a:cxn>
              <a:cxn ang="0">
                <a:pos x="2550" y="52"/>
              </a:cxn>
              <a:cxn ang="0">
                <a:pos x="2670" y="36"/>
              </a:cxn>
              <a:cxn ang="0">
                <a:pos x="2788" y="24"/>
              </a:cxn>
              <a:cxn ang="0">
                <a:pos x="2900" y="14"/>
              </a:cxn>
              <a:cxn ang="0">
                <a:pos x="3008" y="6"/>
              </a:cxn>
              <a:cxn ang="0">
                <a:pos x="3112" y="0"/>
              </a:cxn>
            </a:cxnLst>
            <a:rect l="0" t="0" r="r" b="b"/>
            <a:pathLst>
              <a:path w="3112" h="584">
                <a:moveTo>
                  <a:pt x="0" y="584"/>
                </a:moveTo>
                <a:lnTo>
                  <a:pt x="0" y="584"/>
                </a:lnTo>
                <a:lnTo>
                  <a:pt x="90" y="560"/>
                </a:lnTo>
                <a:lnTo>
                  <a:pt x="336" y="498"/>
                </a:lnTo>
                <a:lnTo>
                  <a:pt x="506" y="456"/>
                </a:lnTo>
                <a:lnTo>
                  <a:pt x="702" y="410"/>
                </a:lnTo>
                <a:lnTo>
                  <a:pt x="920" y="360"/>
                </a:lnTo>
                <a:lnTo>
                  <a:pt x="1154" y="306"/>
                </a:lnTo>
                <a:lnTo>
                  <a:pt x="1402" y="254"/>
                </a:lnTo>
                <a:lnTo>
                  <a:pt x="1656" y="202"/>
                </a:lnTo>
                <a:lnTo>
                  <a:pt x="1916" y="154"/>
                </a:lnTo>
                <a:lnTo>
                  <a:pt x="2174" y="108"/>
                </a:lnTo>
                <a:lnTo>
                  <a:pt x="2302" y="88"/>
                </a:lnTo>
                <a:lnTo>
                  <a:pt x="2426" y="68"/>
                </a:lnTo>
                <a:lnTo>
                  <a:pt x="2550" y="52"/>
                </a:lnTo>
                <a:lnTo>
                  <a:pt x="2670" y="36"/>
                </a:lnTo>
                <a:lnTo>
                  <a:pt x="2788" y="24"/>
                </a:lnTo>
                <a:lnTo>
                  <a:pt x="2900" y="14"/>
                </a:lnTo>
                <a:lnTo>
                  <a:pt x="3008" y="6"/>
                </a:lnTo>
                <a:lnTo>
                  <a:pt x="3112" y="0"/>
                </a:lnTo>
              </a:path>
            </a:pathLst>
          </a:custGeom>
          <a:noFill/>
          <a:ln w="12">
            <a:solidFill>
              <a:srgbClr val="FFFFFF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 useBgFill="1">
        <p:nvSpPr>
          <p:cNvPr id="13" name="Freeform 10"/>
          <p:cNvSpPr>
            <a:spLocks/>
          </p:cNvSpPr>
          <p:nvPr/>
        </p:nvSpPr>
        <p:spPr bwMode="hidden">
          <a:xfrm>
            <a:off x="211665" y="4058555"/>
            <a:ext cx="8723376" cy="1329874"/>
          </a:xfrm>
          <a:custGeom>
            <a:avLst/>
            <a:gdLst/>
            <a:ahLst/>
            <a:cxnLst>
              <a:cxn ang="0">
                <a:pos x="8192" y="512"/>
              </a:cxn>
              <a:cxn ang="0">
                <a:pos x="8040" y="570"/>
              </a:cxn>
              <a:cxn ang="0">
                <a:pos x="7878" y="620"/>
              </a:cxn>
              <a:cxn ang="0">
                <a:pos x="7706" y="666"/>
              </a:cxn>
              <a:cxn ang="0">
                <a:pos x="7522" y="702"/>
              </a:cxn>
              <a:cxn ang="0">
                <a:pos x="7322" y="730"/>
              </a:cxn>
              <a:cxn ang="0">
                <a:pos x="7106" y="750"/>
              </a:cxn>
              <a:cxn ang="0">
                <a:pos x="6872" y="762"/>
              </a:cxn>
              <a:cxn ang="0">
                <a:pos x="6618" y="760"/>
              </a:cxn>
              <a:cxn ang="0">
                <a:pos x="6342" y="750"/>
              </a:cxn>
              <a:cxn ang="0">
                <a:pos x="6042" y="726"/>
              </a:cxn>
              <a:cxn ang="0">
                <a:pos x="5716" y="690"/>
              </a:cxn>
              <a:cxn ang="0">
                <a:pos x="5364" y="642"/>
              </a:cxn>
              <a:cxn ang="0">
                <a:pos x="4982" y="578"/>
              </a:cxn>
              <a:cxn ang="0">
                <a:pos x="4568" y="500"/>
              </a:cxn>
              <a:cxn ang="0">
                <a:pos x="4122" y="406"/>
              </a:cxn>
              <a:cxn ang="0">
                <a:pos x="3640" y="296"/>
              </a:cxn>
              <a:cxn ang="0">
                <a:pos x="3396" y="240"/>
              </a:cxn>
              <a:cxn ang="0">
                <a:pos x="2934" y="148"/>
              </a:cxn>
              <a:cxn ang="0">
                <a:pos x="2512" y="82"/>
              </a:cxn>
              <a:cxn ang="0">
                <a:pos x="2126" y="36"/>
              </a:cxn>
              <a:cxn ang="0">
                <a:pos x="1776" y="10"/>
              </a:cxn>
              <a:cxn ang="0">
                <a:pos x="1462" y="0"/>
              </a:cxn>
              <a:cxn ang="0">
                <a:pos x="1182" y="4"/>
              </a:cxn>
              <a:cxn ang="0">
                <a:pos x="934" y="20"/>
              </a:cxn>
              <a:cxn ang="0">
                <a:pos x="716" y="44"/>
              </a:cxn>
              <a:cxn ang="0">
                <a:pos x="530" y="74"/>
              </a:cxn>
              <a:cxn ang="0">
                <a:pos x="374" y="108"/>
              </a:cxn>
              <a:cxn ang="0">
                <a:pos x="248" y="144"/>
              </a:cxn>
              <a:cxn ang="0">
                <a:pos x="148" y="176"/>
              </a:cxn>
              <a:cxn ang="0">
                <a:pos x="48" y="216"/>
              </a:cxn>
              <a:cxn ang="0">
                <a:pos x="0" y="240"/>
              </a:cxn>
              <a:cxn ang="0">
                <a:pos x="8192" y="1192"/>
              </a:cxn>
              <a:cxn ang="0">
                <a:pos x="8196" y="1186"/>
              </a:cxn>
              <a:cxn ang="0">
                <a:pos x="8196" y="510"/>
              </a:cxn>
              <a:cxn ang="0">
                <a:pos x="8192" y="512"/>
              </a:cxn>
            </a:cxnLst>
            <a:rect l="0" t="0" r="r" b="b"/>
            <a:pathLst>
              <a:path w="8196" h="1192">
                <a:moveTo>
                  <a:pt x="8192" y="512"/>
                </a:moveTo>
                <a:lnTo>
                  <a:pt x="8192" y="512"/>
                </a:lnTo>
                <a:lnTo>
                  <a:pt x="8116" y="542"/>
                </a:lnTo>
                <a:lnTo>
                  <a:pt x="8040" y="570"/>
                </a:lnTo>
                <a:lnTo>
                  <a:pt x="7960" y="596"/>
                </a:lnTo>
                <a:lnTo>
                  <a:pt x="7878" y="620"/>
                </a:lnTo>
                <a:lnTo>
                  <a:pt x="7794" y="644"/>
                </a:lnTo>
                <a:lnTo>
                  <a:pt x="7706" y="666"/>
                </a:lnTo>
                <a:lnTo>
                  <a:pt x="7616" y="684"/>
                </a:lnTo>
                <a:lnTo>
                  <a:pt x="7522" y="702"/>
                </a:lnTo>
                <a:lnTo>
                  <a:pt x="7424" y="718"/>
                </a:lnTo>
                <a:lnTo>
                  <a:pt x="7322" y="730"/>
                </a:lnTo>
                <a:lnTo>
                  <a:pt x="7216" y="742"/>
                </a:lnTo>
                <a:lnTo>
                  <a:pt x="7106" y="750"/>
                </a:lnTo>
                <a:lnTo>
                  <a:pt x="6992" y="758"/>
                </a:lnTo>
                <a:lnTo>
                  <a:pt x="6872" y="762"/>
                </a:lnTo>
                <a:lnTo>
                  <a:pt x="6748" y="762"/>
                </a:lnTo>
                <a:lnTo>
                  <a:pt x="6618" y="760"/>
                </a:lnTo>
                <a:lnTo>
                  <a:pt x="6482" y="756"/>
                </a:lnTo>
                <a:lnTo>
                  <a:pt x="6342" y="750"/>
                </a:lnTo>
                <a:lnTo>
                  <a:pt x="6196" y="740"/>
                </a:lnTo>
                <a:lnTo>
                  <a:pt x="6042" y="726"/>
                </a:lnTo>
                <a:lnTo>
                  <a:pt x="5882" y="710"/>
                </a:lnTo>
                <a:lnTo>
                  <a:pt x="5716" y="690"/>
                </a:lnTo>
                <a:lnTo>
                  <a:pt x="5544" y="668"/>
                </a:lnTo>
                <a:lnTo>
                  <a:pt x="5364" y="642"/>
                </a:lnTo>
                <a:lnTo>
                  <a:pt x="5176" y="612"/>
                </a:lnTo>
                <a:lnTo>
                  <a:pt x="4982" y="578"/>
                </a:lnTo>
                <a:lnTo>
                  <a:pt x="4778" y="540"/>
                </a:lnTo>
                <a:lnTo>
                  <a:pt x="4568" y="500"/>
                </a:lnTo>
                <a:lnTo>
                  <a:pt x="4348" y="454"/>
                </a:lnTo>
                <a:lnTo>
                  <a:pt x="4122" y="406"/>
                </a:lnTo>
                <a:lnTo>
                  <a:pt x="3886" y="354"/>
                </a:lnTo>
                <a:lnTo>
                  <a:pt x="3640" y="296"/>
                </a:lnTo>
                <a:lnTo>
                  <a:pt x="3640" y="296"/>
                </a:lnTo>
                <a:lnTo>
                  <a:pt x="3396" y="240"/>
                </a:lnTo>
                <a:lnTo>
                  <a:pt x="3160" y="192"/>
                </a:lnTo>
                <a:lnTo>
                  <a:pt x="2934" y="148"/>
                </a:lnTo>
                <a:lnTo>
                  <a:pt x="2718" y="112"/>
                </a:lnTo>
                <a:lnTo>
                  <a:pt x="2512" y="82"/>
                </a:lnTo>
                <a:lnTo>
                  <a:pt x="2314" y="56"/>
                </a:lnTo>
                <a:lnTo>
                  <a:pt x="2126" y="36"/>
                </a:lnTo>
                <a:lnTo>
                  <a:pt x="1948" y="20"/>
                </a:lnTo>
                <a:lnTo>
                  <a:pt x="1776" y="10"/>
                </a:lnTo>
                <a:lnTo>
                  <a:pt x="1616" y="2"/>
                </a:lnTo>
                <a:lnTo>
                  <a:pt x="1462" y="0"/>
                </a:lnTo>
                <a:lnTo>
                  <a:pt x="1318" y="0"/>
                </a:lnTo>
                <a:lnTo>
                  <a:pt x="1182" y="4"/>
                </a:lnTo>
                <a:lnTo>
                  <a:pt x="1054" y="10"/>
                </a:lnTo>
                <a:lnTo>
                  <a:pt x="934" y="20"/>
                </a:lnTo>
                <a:lnTo>
                  <a:pt x="822" y="30"/>
                </a:lnTo>
                <a:lnTo>
                  <a:pt x="716" y="44"/>
                </a:lnTo>
                <a:lnTo>
                  <a:pt x="620" y="58"/>
                </a:lnTo>
                <a:lnTo>
                  <a:pt x="530" y="74"/>
                </a:lnTo>
                <a:lnTo>
                  <a:pt x="450" y="92"/>
                </a:lnTo>
                <a:lnTo>
                  <a:pt x="374" y="108"/>
                </a:lnTo>
                <a:lnTo>
                  <a:pt x="308" y="126"/>
                </a:lnTo>
                <a:lnTo>
                  <a:pt x="248" y="144"/>
                </a:lnTo>
                <a:lnTo>
                  <a:pt x="194" y="160"/>
                </a:lnTo>
                <a:lnTo>
                  <a:pt x="148" y="176"/>
                </a:lnTo>
                <a:lnTo>
                  <a:pt x="108" y="192"/>
                </a:lnTo>
                <a:lnTo>
                  <a:pt x="48" y="216"/>
                </a:lnTo>
                <a:lnTo>
                  <a:pt x="12" y="234"/>
                </a:lnTo>
                <a:lnTo>
                  <a:pt x="0" y="240"/>
                </a:lnTo>
                <a:lnTo>
                  <a:pt x="0" y="1192"/>
                </a:lnTo>
                <a:lnTo>
                  <a:pt x="8192" y="1192"/>
                </a:lnTo>
                <a:lnTo>
                  <a:pt x="8192" y="1192"/>
                </a:lnTo>
                <a:lnTo>
                  <a:pt x="8196" y="1186"/>
                </a:lnTo>
                <a:lnTo>
                  <a:pt x="8196" y="1186"/>
                </a:lnTo>
                <a:lnTo>
                  <a:pt x="8196" y="510"/>
                </a:lnTo>
                <a:lnTo>
                  <a:pt x="8196" y="510"/>
                </a:lnTo>
                <a:lnTo>
                  <a:pt x="8192" y="512"/>
                </a:lnTo>
                <a:lnTo>
                  <a:pt x="8192" y="512"/>
                </a:lnTo>
                <a:close/>
              </a:path>
            </a:pathLst>
          </a:custGeom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0032" y="2463560"/>
            <a:ext cx="7772400" cy="1524000"/>
          </a:xfrm>
        </p:spPr>
        <p:txBody>
          <a:bodyPr anchor="t">
            <a:normAutofit/>
          </a:bodyPr>
          <a:lstStyle>
            <a:lvl1pPr algn="ctr">
              <a:defRPr sz="4400" b="0" cap="none"/>
            </a:lvl1pPr>
          </a:lstStyle>
          <a:p>
            <a:r>
              <a:rPr lang="x-none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7365" y="1437448"/>
            <a:ext cx="6417734" cy="939801"/>
          </a:xfrm>
        </p:spPr>
        <p:txBody>
          <a:bodyPr anchor="b"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CC4D2-1A54-7D41-9756-4EC7A9F34212}" type="datetimeFigureOut">
              <a:rPr lang="en-US" smtClean="0"/>
              <a:t>1/27/15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F990B-2EB2-614F-A0AE-0C876CF3E6C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CC4D2-1A54-7D41-9756-4EC7A9F34212}" type="datetimeFigureOut">
              <a:rPr lang="en-US" smtClean="0"/>
              <a:t>1/27/15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F990B-2EB2-614F-A0AE-0C876CF3E6C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676655" y="2679192"/>
            <a:ext cx="3822192" cy="3447288"/>
          </a:xfrm>
        </p:spPr>
        <p:txBody>
          <a:bodyPr/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4"/>
          </p:nvPr>
        </p:nvSpPr>
        <p:spPr>
          <a:xfrm>
            <a:off x="4645152" y="2679192"/>
            <a:ext cx="3822192" cy="3447288"/>
          </a:xfrm>
        </p:spPr>
        <p:txBody>
          <a:bodyPr/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678114"/>
            <a:ext cx="3822192" cy="639762"/>
          </a:xfrm>
        </p:spPr>
        <p:txBody>
          <a:bodyPr anchor="ctr"/>
          <a:lstStyle>
            <a:lvl1pPr marL="0" indent="0" algn="ctr">
              <a:buNone/>
              <a:defRPr sz="2400" b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7332" y="3429000"/>
            <a:ext cx="3820055" cy="2697163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8200" y="2678113"/>
            <a:ext cx="3822192" cy="639762"/>
          </a:xfrm>
        </p:spPr>
        <p:txBody>
          <a:bodyPr anchor="ctr"/>
          <a:lstStyle>
            <a:lvl1pPr marL="0" indent="0" algn="ctr">
              <a:buNone/>
              <a:defRPr sz="2400" b="0" i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3429000"/>
            <a:ext cx="3822192" cy="2697163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CC4D2-1A54-7D41-9756-4EC7A9F34212}" type="datetimeFigureOut">
              <a:rPr lang="en-US" smtClean="0"/>
              <a:t>1/27/15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F990B-2EB2-614F-A0AE-0C876CF3E6C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CC4D2-1A54-7D41-9756-4EC7A9F34212}" type="datetimeFigureOut">
              <a:rPr lang="en-US" smtClean="0"/>
              <a:t>1/27/15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F990B-2EB2-614F-A0AE-0C876CF3E6C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ed Rectangle 11"/>
          <p:cNvSpPr/>
          <p:nvPr/>
        </p:nvSpPr>
        <p:spPr>
          <a:xfrm>
            <a:off x="228600" y="228600"/>
            <a:ext cx="8695944" cy="1426464"/>
          </a:xfrm>
          <a:prstGeom prst="roundRect">
            <a:avLst>
              <a:gd name="adj" fmla="val 7136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9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/>
          <p:cNvGrpSpPr>
            <a:grpSpLocks noChangeAspect="1"/>
          </p:cNvGrpSpPr>
          <p:nvPr/>
        </p:nvGrpSpPr>
        <p:grpSpPr bwMode="hidden">
          <a:xfrm>
            <a:off x="211665" y="714191"/>
            <a:ext cx="8723376" cy="1329874"/>
            <a:chOff x="-3905251" y="4294188"/>
            <a:chExt cx="13027839" cy="1892300"/>
          </a:xfrm>
        </p:grpSpPr>
        <p:sp>
          <p:nvSpPr>
            <p:cNvPr id="7" name="Freeform 14"/>
            <p:cNvSpPr>
              <a:spLocks/>
            </p:cNvSpPr>
            <p:nvPr/>
          </p:nvSpPr>
          <p:spPr bwMode="hidden">
            <a:xfrm>
              <a:off x="4810125" y="4500563"/>
              <a:ext cx="4295775" cy="1016000"/>
            </a:xfrm>
            <a:custGeom>
              <a:avLst/>
              <a:gdLst/>
              <a:ahLst/>
              <a:cxnLst>
                <a:cxn ang="0">
                  <a:pos x="2700" y="0"/>
                </a:cxn>
                <a:cxn ang="0">
                  <a:pos x="2700" y="0"/>
                </a:cxn>
                <a:cxn ang="0">
                  <a:pos x="2586" y="18"/>
                </a:cxn>
                <a:cxn ang="0">
                  <a:pos x="2470" y="38"/>
                </a:cxn>
                <a:cxn ang="0">
                  <a:pos x="2352" y="60"/>
                </a:cxn>
                <a:cxn ang="0">
                  <a:pos x="2230" y="82"/>
                </a:cxn>
                <a:cxn ang="0">
                  <a:pos x="2106" y="108"/>
                </a:cxn>
                <a:cxn ang="0">
                  <a:pos x="1978" y="134"/>
                </a:cxn>
                <a:cxn ang="0">
                  <a:pos x="1848" y="164"/>
                </a:cxn>
                <a:cxn ang="0">
                  <a:pos x="1714" y="194"/>
                </a:cxn>
                <a:cxn ang="0">
                  <a:pos x="1714" y="194"/>
                </a:cxn>
                <a:cxn ang="0">
                  <a:pos x="1472" y="252"/>
                </a:cxn>
                <a:cxn ang="0">
                  <a:pos x="1236" y="304"/>
                </a:cxn>
                <a:cxn ang="0">
                  <a:pos x="1010" y="352"/>
                </a:cxn>
                <a:cxn ang="0">
                  <a:pos x="792" y="398"/>
                </a:cxn>
                <a:cxn ang="0">
                  <a:pos x="584" y="438"/>
                </a:cxn>
                <a:cxn ang="0">
                  <a:pos x="382" y="474"/>
                </a:cxn>
                <a:cxn ang="0">
                  <a:pos x="188" y="508"/>
                </a:cxn>
                <a:cxn ang="0">
                  <a:pos x="0" y="538"/>
                </a:cxn>
                <a:cxn ang="0">
                  <a:pos x="0" y="538"/>
                </a:cxn>
                <a:cxn ang="0">
                  <a:pos x="130" y="556"/>
                </a:cxn>
                <a:cxn ang="0">
                  <a:pos x="254" y="572"/>
                </a:cxn>
                <a:cxn ang="0">
                  <a:pos x="374" y="586"/>
                </a:cxn>
                <a:cxn ang="0">
                  <a:pos x="492" y="598"/>
                </a:cxn>
                <a:cxn ang="0">
                  <a:pos x="606" y="610"/>
                </a:cxn>
                <a:cxn ang="0">
                  <a:pos x="716" y="618"/>
                </a:cxn>
                <a:cxn ang="0">
                  <a:pos x="822" y="626"/>
                </a:cxn>
                <a:cxn ang="0">
                  <a:pos x="926" y="632"/>
                </a:cxn>
                <a:cxn ang="0">
                  <a:pos x="1028" y="636"/>
                </a:cxn>
                <a:cxn ang="0">
                  <a:pos x="1126" y="638"/>
                </a:cxn>
                <a:cxn ang="0">
                  <a:pos x="1220" y="640"/>
                </a:cxn>
                <a:cxn ang="0">
                  <a:pos x="1312" y="640"/>
                </a:cxn>
                <a:cxn ang="0">
                  <a:pos x="1402" y="638"/>
                </a:cxn>
                <a:cxn ang="0">
                  <a:pos x="1490" y="636"/>
                </a:cxn>
                <a:cxn ang="0">
                  <a:pos x="1574" y="632"/>
                </a:cxn>
                <a:cxn ang="0">
                  <a:pos x="1656" y="626"/>
                </a:cxn>
                <a:cxn ang="0">
                  <a:pos x="1734" y="620"/>
                </a:cxn>
                <a:cxn ang="0">
                  <a:pos x="1812" y="612"/>
                </a:cxn>
                <a:cxn ang="0">
                  <a:pos x="1886" y="602"/>
                </a:cxn>
                <a:cxn ang="0">
                  <a:pos x="1960" y="592"/>
                </a:cxn>
                <a:cxn ang="0">
                  <a:pos x="2030" y="580"/>
                </a:cxn>
                <a:cxn ang="0">
                  <a:pos x="2100" y="568"/>
                </a:cxn>
                <a:cxn ang="0">
                  <a:pos x="2166" y="554"/>
                </a:cxn>
                <a:cxn ang="0">
                  <a:pos x="2232" y="540"/>
                </a:cxn>
                <a:cxn ang="0">
                  <a:pos x="2296" y="524"/>
                </a:cxn>
                <a:cxn ang="0">
                  <a:pos x="2358" y="508"/>
                </a:cxn>
                <a:cxn ang="0">
                  <a:pos x="2418" y="490"/>
                </a:cxn>
                <a:cxn ang="0">
                  <a:pos x="2478" y="472"/>
                </a:cxn>
                <a:cxn ang="0">
                  <a:pos x="2592" y="432"/>
                </a:cxn>
                <a:cxn ang="0">
                  <a:pos x="2702" y="390"/>
                </a:cxn>
                <a:cxn ang="0">
                  <a:pos x="2702" y="390"/>
                </a:cxn>
                <a:cxn ang="0">
                  <a:pos x="2706" y="388"/>
                </a:cxn>
                <a:cxn ang="0">
                  <a:pos x="2706" y="388"/>
                </a:cxn>
                <a:cxn ang="0">
                  <a:pos x="2706" y="0"/>
                </a:cxn>
                <a:cxn ang="0">
                  <a:pos x="2706" y="0"/>
                </a:cxn>
                <a:cxn ang="0">
                  <a:pos x="2700" y="0"/>
                </a:cxn>
                <a:cxn ang="0">
                  <a:pos x="2700" y="0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6" y="0"/>
                  </a:lnTo>
                  <a:lnTo>
                    <a:pt x="2700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00"/>
              </a:schemeClr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" name="Freeform 18"/>
            <p:cNvSpPr>
              <a:spLocks/>
            </p:cNvSpPr>
            <p:nvPr/>
          </p:nvSpPr>
          <p:spPr bwMode="hidden">
            <a:xfrm>
              <a:off x="-309563" y="4318000"/>
              <a:ext cx="8280401" cy="1209675"/>
            </a:xfrm>
            <a:custGeom>
              <a:avLst/>
              <a:gdLst/>
              <a:ahLst/>
              <a:cxnLst>
                <a:cxn ang="0">
                  <a:pos x="5216" y="714"/>
                </a:cxn>
                <a:cxn ang="0">
                  <a:pos x="4984" y="686"/>
                </a:cxn>
                <a:cxn ang="0">
                  <a:pos x="4478" y="610"/>
                </a:cxn>
                <a:cxn ang="0">
                  <a:pos x="3914" y="508"/>
                </a:cxn>
                <a:cxn ang="0">
                  <a:pos x="3286" y="374"/>
                </a:cxn>
                <a:cxn ang="0">
                  <a:pos x="2946" y="296"/>
                </a:cxn>
                <a:cxn ang="0">
                  <a:pos x="2682" y="236"/>
                </a:cxn>
                <a:cxn ang="0">
                  <a:pos x="2430" y="184"/>
                </a:cxn>
                <a:cxn ang="0">
                  <a:pos x="2190" y="140"/>
                </a:cxn>
                <a:cxn ang="0">
                  <a:pos x="1960" y="102"/>
                </a:cxn>
                <a:cxn ang="0">
                  <a:pos x="1740" y="72"/>
                </a:cxn>
                <a:cxn ang="0">
                  <a:pos x="1334" y="28"/>
                </a:cxn>
                <a:cxn ang="0">
                  <a:pos x="970" y="4"/>
                </a:cxn>
                <a:cxn ang="0">
                  <a:pos x="644" y="0"/>
                </a:cxn>
                <a:cxn ang="0">
                  <a:pos x="358" y="10"/>
                </a:cxn>
                <a:cxn ang="0">
                  <a:pos x="110" y="32"/>
                </a:cxn>
                <a:cxn ang="0">
                  <a:pos x="0" y="48"/>
                </a:cxn>
                <a:cxn ang="0">
                  <a:pos x="314" y="86"/>
                </a:cxn>
                <a:cxn ang="0">
                  <a:pos x="652" y="140"/>
                </a:cxn>
                <a:cxn ang="0">
                  <a:pos x="1014" y="210"/>
                </a:cxn>
                <a:cxn ang="0">
                  <a:pos x="1402" y="296"/>
                </a:cxn>
                <a:cxn ang="0">
                  <a:pos x="1756" y="378"/>
                </a:cxn>
                <a:cxn ang="0">
                  <a:pos x="2408" y="516"/>
                </a:cxn>
                <a:cxn ang="0">
                  <a:pos x="2708" y="572"/>
                </a:cxn>
                <a:cxn ang="0">
                  <a:pos x="2992" y="620"/>
                </a:cxn>
                <a:cxn ang="0">
                  <a:pos x="3260" y="662"/>
                </a:cxn>
                <a:cxn ang="0">
                  <a:pos x="3512" y="694"/>
                </a:cxn>
                <a:cxn ang="0">
                  <a:pos x="3750" y="722"/>
                </a:cxn>
                <a:cxn ang="0">
                  <a:pos x="3974" y="740"/>
                </a:cxn>
                <a:cxn ang="0">
                  <a:pos x="4184" y="754"/>
                </a:cxn>
                <a:cxn ang="0">
                  <a:pos x="4384" y="762"/>
                </a:cxn>
                <a:cxn ang="0">
                  <a:pos x="4570" y="762"/>
                </a:cxn>
                <a:cxn ang="0">
                  <a:pos x="4746" y="758"/>
                </a:cxn>
                <a:cxn ang="0">
                  <a:pos x="4912" y="748"/>
                </a:cxn>
                <a:cxn ang="0">
                  <a:pos x="5068" y="732"/>
                </a:cxn>
                <a:cxn ang="0">
                  <a:pos x="5216" y="714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40000"/>
              </a:schemeClr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" name="Freeform 22"/>
            <p:cNvSpPr>
              <a:spLocks/>
            </p:cNvSpPr>
            <p:nvPr/>
          </p:nvSpPr>
          <p:spPr bwMode="hidden">
            <a:xfrm>
              <a:off x="3175" y="4335463"/>
              <a:ext cx="8166100" cy="1101725"/>
            </a:xfrm>
            <a:custGeom>
              <a:avLst/>
              <a:gdLst/>
              <a:ahLst/>
              <a:cxnLst>
                <a:cxn ang="0">
                  <a:pos x="0" y="70"/>
                </a:cxn>
                <a:cxn ang="0">
                  <a:pos x="0" y="70"/>
                </a:cxn>
                <a:cxn ang="0">
                  <a:pos x="18" y="66"/>
                </a:cxn>
                <a:cxn ang="0">
                  <a:pos x="72" y="56"/>
                </a:cxn>
                <a:cxn ang="0">
                  <a:pos x="164" y="42"/>
                </a:cxn>
                <a:cxn ang="0">
                  <a:pos x="224" y="34"/>
                </a:cxn>
                <a:cxn ang="0">
                  <a:pos x="294" y="26"/>
                </a:cxn>
                <a:cxn ang="0">
                  <a:pos x="372" y="20"/>
                </a:cxn>
                <a:cxn ang="0">
                  <a:pos x="462" y="14"/>
                </a:cxn>
                <a:cxn ang="0">
                  <a:pos x="560" y="8"/>
                </a:cxn>
                <a:cxn ang="0">
                  <a:pos x="670" y="4"/>
                </a:cxn>
                <a:cxn ang="0">
                  <a:pos x="790" y="2"/>
                </a:cxn>
                <a:cxn ang="0">
                  <a:pos x="920" y="0"/>
                </a:cxn>
                <a:cxn ang="0">
                  <a:pos x="1060" y="2"/>
                </a:cxn>
                <a:cxn ang="0">
                  <a:pos x="1210" y="6"/>
                </a:cxn>
                <a:cxn ang="0">
                  <a:pos x="1372" y="14"/>
                </a:cxn>
                <a:cxn ang="0">
                  <a:pos x="1544" y="24"/>
                </a:cxn>
                <a:cxn ang="0">
                  <a:pos x="1726" y="40"/>
                </a:cxn>
                <a:cxn ang="0">
                  <a:pos x="1920" y="58"/>
                </a:cxn>
                <a:cxn ang="0">
                  <a:pos x="2126" y="80"/>
                </a:cxn>
                <a:cxn ang="0">
                  <a:pos x="2342" y="106"/>
                </a:cxn>
                <a:cxn ang="0">
                  <a:pos x="2570" y="138"/>
                </a:cxn>
                <a:cxn ang="0">
                  <a:pos x="2808" y="174"/>
                </a:cxn>
                <a:cxn ang="0">
                  <a:pos x="3058" y="216"/>
                </a:cxn>
                <a:cxn ang="0">
                  <a:pos x="3320" y="266"/>
                </a:cxn>
                <a:cxn ang="0">
                  <a:pos x="3594" y="320"/>
                </a:cxn>
                <a:cxn ang="0">
                  <a:pos x="3880" y="380"/>
                </a:cxn>
                <a:cxn ang="0">
                  <a:pos x="4178" y="448"/>
                </a:cxn>
                <a:cxn ang="0">
                  <a:pos x="4488" y="522"/>
                </a:cxn>
                <a:cxn ang="0">
                  <a:pos x="4810" y="604"/>
                </a:cxn>
                <a:cxn ang="0">
                  <a:pos x="5144" y="694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Freeform 26"/>
            <p:cNvSpPr>
              <a:spLocks/>
            </p:cNvSpPr>
            <p:nvPr/>
          </p:nvSpPr>
          <p:spPr bwMode="hidden">
            <a:xfrm>
              <a:off x="4156075" y="4316413"/>
              <a:ext cx="4940300" cy="927100"/>
            </a:xfrm>
            <a:custGeom>
              <a:avLst/>
              <a:gdLst/>
              <a:ahLst/>
              <a:cxnLst>
                <a:cxn ang="0">
                  <a:pos x="0" y="584"/>
                </a:cxn>
                <a:cxn ang="0">
                  <a:pos x="0" y="584"/>
                </a:cxn>
                <a:cxn ang="0">
                  <a:pos x="90" y="560"/>
                </a:cxn>
                <a:cxn ang="0">
                  <a:pos x="336" y="498"/>
                </a:cxn>
                <a:cxn ang="0">
                  <a:pos x="506" y="456"/>
                </a:cxn>
                <a:cxn ang="0">
                  <a:pos x="702" y="410"/>
                </a:cxn>
                <a:cxn ang="0">
                  <a:pos x="920" y="360"/>
                </a:cxn>
                <a:cxn ang="0">
                  <a:pos x="1154" y="306"/>
                </a:cxn>
                <a:cxn ang="0">
                  <a:pos x="1402" y="254"/>
                </a:cxn>
                <a:cxn ang="0">
                  <a:pos x="1656" y="202"/>
                </a:cxn>
                <a:cxn ang="0">
                  <a:pos x="1916" y="154"/>
                </a:cxn>
                <a:cxn ang="0">
                  <a:pos x="2174" y="108"/>
                </a:cxn>
                <a:cxn ang="0">
                  <a:pos x="2302" y="88"/>
                </a:cxn>
                <a:cxn ang="0">
                  <a:pos x="2426" y="68"/>
                </a:cxn>
                <a:cxn ang="0">
                  <a:pos x="2550" y="52"/>
                </a:cxn>
                <a:cxn ang="0">
                  <a:pos x="2670" y="36"/>
                </a:cxn>
                <a:cxn ang="0">
                  <a:pos x="2788" y="24"/>
                </a:cxn>
                <a:cxn ang="0">
                  <a:pos x="2900" y="14"/>
                </a:cxn>
                <a:cxn ang="0">
                  <a:pos x="3008" y="6"/>
                </a:cxn>
                <a:cxn ang="0">
                  <a:pos x="3112" y="0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 useBgFill="1">
          <p:nvSpPr>
            <p:cNvPr id="11" name="Freeform 10"/>
            <p:cNvSpPr>
              <a:spLocks/>
            </p:cNvSpPr>
            <p:nvPr/>
          </p:nvSpPr>
          <p:spPr bwMode="hidden">
            <a:xfrm>
              <a:off x="-3905251" y="4294188"/>
              <a:ext cx="13027839" cy="1892300"/>
            </a:xfrm>
            <a:custGeom>
              <a:avLst/>
              <a:gdLst/>
              <a:ahLst/>
              <a:cxnLst>
                <a:cxn ang="0">
                  <a:pos x="8192" y="512"/>
                </a:cxn>
                <a:cxn ang="0">
                  <a:pos x="8040" y="570"/>
                </a:cxn>
                <a:cxn ang="0">
                  <a:pos x="7878" y="620"/>
                </a:cxn>
                <a:cxn ang="0">
                  <a:pos x="7706" y="666"/>
                </a:cxn>
                <a:cxn ang="0">
                  <a:pos x="7522" y="702"/>
                </a:cxn>
                <a:cxn ang="0">
                  <a:pos x="7322" y="730"/>
                </a:cxn>
                <a:cxn ang="0">
                  <a:pos x="7106" y="750"/>
                </a:cxn>
                <a:cxn ang="0">
                  <a:pos x="6872" y="762"/>
                </a:cxn>
                <a:cxn ang="0">
                  <a:pos x="6618" y="760"/>
                </a:cxn>
                <a:cxn ang="0">
                  <a:pos x="6342" y="750"/>
                </a:cxn>
                <a:cxn ang="0">
                  <a:pos x="6042" y="726"/>
                </a:cxn>
                <a:cxn ang="0">
                  <a:pos x="5716" y="690"/>
                </a:cxn>
                <a:cxn ang="0">
                  <a:pos x="5364" y="642"/>
                </a:cxn>
                <a:cxn ang="0">
                  <a:pos x="4982" y="578"/>
                </a:cxn>
                <a:cxn ang="0">
                  <a:pos x="4568" y="500"/>
                </a:cxn>
                <a:cxn ang="0">
                  <a:pos x="4122" y="406"/>
                </a:cxn>
                <a:cxn ang="0">
                  <a:pos x="3640" y="296"/>
                </a:cxn>
                <a:cxn ang="0">
                  <a:pos x="3396" y="240"/>
                </a:cxn>
                <a:cxn ang="0">
                  <a:pos x="2934" y="148"/>
                </a:cxn>
                <a:cxn ang="0">
                  <a:pos x="2512" y="82"/>
                </a:cxn>
                <a:cxn ang="0">
                  <a:pos x="2126" y="36"/>
                </a:cxn>
                <a:cxn ang="0">
                  <a:pos x="1776" y="10"/>
                </a:cxn>
                <a:cxn ang="0">
                  <a:pos x="1462" y="0"/>
                </a:cxn>
                <a:cxn ang="0">
                  <a:pos x="1182" y="4"/>
                </a:cxn>
                <a:cxn ang="0">
                  <a:pos x="934" y="20"/>
                </a:cxn>
                <a:cxn ang="0">
                  <a:pos x="716" y="44"/>
                </a:cxn>
                <a:cxn ang="0">
                  <a:pos x="530" y="74"/>
                </a:cxn>
                <a:cxn ang="0">
                  <a:pos x="374" y="108"/>
                </a:cxn>
                <a:cxn ang="0">
                  <a:pos x="248" y="144"/>
                </a:cxn>
                <a:cxn ang="0">
                  <a:pos x="148" y="176"/>
                </a:cxn>
                <a:cxn ang="0">
                  <a:pos x="48" y="216"/>
                </a:cxn>
                <a:cxn ang="0">
                  <a:pos x="0" y="240"/>
                </a:cxn>
                <a:cxn ang="0">
                  <a:pos x="8192" y="1192"/>
                </a:cxn>
                <a:cxn ang="0">
                  <a:pos x="8196" y="1186"/>
                </a:cxn>
                <a:cxn ang="0">
                  <a:pos x="8196" y="510"/>
                </a:cxn>
                <a:cxn ang="0">
                  <a:pos x="8192" y="512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6" y="510"/>
                  </a:lnTo>
                  <a:lnTo>
                    <a:pt x="8192" y="512"/>
                  </a:lnTo>
                  <a:lnTo>
                    <a:pt x="8192" y="512"/>
                  </a:lnTo>
                  <a:close/>
                </a:path>
              </a:pathLst>
            </a:custGeom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CC4D2-1A54-7D41-9756-4EC7A9F34212}" type="datetimeFigureOut">
              <a:rPr lang="en-US" smtClean="0"/>
              <a:t>1/27/15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F990B-2EB2-614F-A0AE-0C876CF3E6C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/>
          <p:cNvSpPr/>
          <p:nvPr/>
        </p:nvSpPr>
        <p:spPr>
          <a:xfrm>
            <a:off x="228600" y="228600"/>
            <a:ext cx="8695944" cy="1426464"/>
          </a:xfrm>
          <a:prstGeom prst="roundRect">
            <a:avLst>
              <a:gd name="adj" fmla="val 7136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9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CC4D2-1A54-7D41-9756-4EC7A9F34212}" type="datetimeFigureOut">
              <a:rPr lang="en-US" smtClean="0"/>
              <a:t>1/27/15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F990B-2EB2-614F-A0AE-0C876CF3E6CF}" type="slidenum">
              <a:rPr lang="en-US" smtClean="0"/>
              <a:t>‹#›</a:t>
            </a:fld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3581400"/>
            <a:ext cx="3352800" cy="1905001"/>
          </a:xfrm>
        </p:spPr>
        <p:txBody>
          <a:bodyPr anchor="t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tx2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grpSp>
        <p:nvGrpSpPr>
          <p:cNvPr id="2" name="Group 23"/>
          <p:cNvGrpSpPr>
            <a:grpSpLocks noChangeAspect="1"/>
          </p:cNvGrpSpPr>
          <p:nvPr/>
        </p:nvGrpSpPr>
        <p:grpSpPr bwMode="hidden">
          <a:xfrm>
            <a:off x="211665" y="714191"/>
            <a:ext cx="8723376" cy="1331580"/>
            <a:chOff x="-3905250" y="4294188"/>
            <a:chExt cx="13011150" cy="1892300"/>
          </a:xfrm>
        </p:grpSpPr>
        <p:sp>
          <p:nvSpPr>
            <p:cNvPr id="25" name="Freeform 14"/>
            <p:cNvSpPr>
              <a:spLocks/>
            </p:cNvSpPr>
            <p:nvPr/>
          </p:nvSpPr>
          <p:spPr bwMode="hidden">
            <a:xfrm>
              <a:off x="4810125" y="4500563"/>
              <a:ext cx="4295775" cy="1016000"/>
            </a:xfrm>
            <a:custGeom>
              <a:avLst/>
              <a:gdLst/>
              <a:ahLst/>
              <a:cxnLst>
                <a:cxn ang="0">
                  <a:pos x="2700" y="0"/>
                </a:cxn>
                <a:cxn ang="0">
                  <a:pos x="2700" y="0"/>
                </a:cxn>
                <a:cxn ang="0">
                  <a:pos x="2586" y="18"/>
                </a:cxn>
                <a:cxn ang="0">
                  <a:pos x="2470" y="38"/>
                </a:cxn>
                <a:cxn ang="0">
                  <a:pos x="2352" y="60"/>
                </a:cxn>
                <a:cxn ang="0">
                  <a:pos x="2230" y="82"/>
                </a:cxn>
                <a:cxn ang="0">
                  <a:pos x="2106" y="108"/>
                </a:cxn>
                <a:cxn ang="0">
                  <a:pos x="1978" y="134"/>
                </a:cxn>
                <a:cxn ang="0">
                  <a:pos x="1848" y="164"/>
                </a:cxn>
                <a:cxn ang="0">
                  <a:pos x="1714" y="194"/>
                </a:cxn>
                <a:cxn ang="0">
                  <a:pos x="1714" y="194"/>
                </a:cxn>
                <a:cxn ang="0">
                  <a:pos x="1472" y="252"/>
                </a:cxn>
                <a:cxn ang="0">
                  <a:pos x="1236" y="304"/>
                </a:cxn>
                <a:cxn ang="0">
                  <a:pos x="1010" y="352"/>
                </a:cxn>
                <a:cxn ang="0">
                  <a:pos x="792" y="398"/>
                </a:cxn>
                <a:cxn ang="0">
                  <a:pos x="584" y="438"/>
                </a:cxn>
                <a:cxn ang="0">
                  <a:pos x="382" y="474"/>
                </a:cxn>
                <a:cxn ang="0">
                  <a:pos x="188" y="508"/>
                </a:cxn>
                <a:cxn ang="0">
                  <a:pos x="0" y="538"/>
                </a:cxn>
                <a:cxn ang="0">
                  <a:pos x="0" y="538"/>
                </a:cxn>
                <a:cxn ang="0">
                  <a:pos x="130" y="556"/>
                </a:cxn>
                <a:cxn ang="0">
                  <a:pos x="254" y="572"/>
                </a:cxn>
                <a:cxn ang="0">
                  <a:pos x="374" y="586"/>
                </a:cxn>
                <a:cxn ang="0">
                  <a:pos x="492" y="598"/>
                </a:cxn>
                <a:cxn ang="0">
                  <a:pos x="606" y="610"/>
                </a:cxn>
                <a:cxn ang="0">
                  <a:pos x="716" y="618"/>
                </a:cxn>
                <a:cxn ang="0">
                  <a:pos x="822" y="626"/>
                </a:cxn>
                <a:cxn ang="0">
                  <a:pos x="926" y="632"/>
                </a:cxn>
                <a:cxn ang="0">
                  <a:pos x="1028" y="636"/>
                </a:cxn>
                <a:cxn ang="0">
                  <a:pos x="1126" y="638"/>
                </a:cxn>
                <a:cxn ang="0">
                  <a:pos x="1220" y="640"/>
                </a:cxn>
                <a:cxn ang="0">
                  <a:pos x="1312" y="640"/>
                </a:cxn>
                <a:cxn ang="0">
                  <a:pos x="1402" y="638"/>
                </a:cxn>
                <a:cxn ang="0">
                  <a:pos x="1490" y="636"/>
                </a:cxn>
                <a:cxn ang="0">
                  <a:pos x="1574" y="632"/>
                </a:cxn>
                <a:cxn ang="0">
                  <a:pos x="1656" y="626"/>
                </a:cxn>
                <a:cxn ang="0">
                  <a:pos x="1734" y="620"/>
                </a:cxn>
                <a:cxn ang="0">
                  <a:pos x="1812" y="612"/>
                </a:cxn>
                <a:cxn ang="0">
                  <a:pos x="1886" y="602"/>
                </a:cxn>
                <a:cxn ang="0">
                  <a:pos x="1960" y="592"/>
                </a:cxn>
                <a:cxn ang="0">
                  <a:pos x="2030" y="580"/>
                </a:cxn>
                <a:cxn ang="0">
                  <a:pos x="2100" y="568"/>
                </a:cxn>
                <a:cxn ang="0">
                  <a:pos x="2166" y="554"/>
                </a:cxn>
                <a:cxn ang="0">
                  <a:pos x="2232" y="540"/>
                </a:cxn>
                <a:cxn ang="0">
                  <a:pos x="2296" y="524"/>
                </a:cxn>
                <a:cxn ang="0">
                  <a:pos x="2358" y="508"/>
                </a:cxn>
                <a:cxn ang="0">
                  <a:pos x="2418" y="490"/>
                </a:cxn>
                <a:cxn ang="0">
                  <a:pos x="2478" y="472"/>
                </a:cxn>
                <a:cxn ang="0">
                  <a:pos x="2592" y="432"/>
                </a:cxn>
                <a:cxn ang="0">
                  <a:pos x="2702" y="390"/>
                </a:cxn>
                <a:cxn ang="0">
                  <a:pos x="2702" y="390"/>
                </a:cxn>
                <a:cxn ang="0">
                  <a:pos x="2706" y="388"/>
                </a:cxn>
                <a:cxn ang="0">
                  <a:pos x="2706" y="388"/>
                </a:cxn>
                <a:cxn ang="0">
                  <a:pos x="2706" y="0"/>
                </a:cxn>
                <a:cxn ang="0">
                  <a:pos x="2706" y="0"/>
                </a:cxn>
                <a:cxn ang="0">
                  <a:pos x="2700" y="0"/>
                </a:cxn>
                <a:cxn ang="0">
                  <a:pos x="2700" y="0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6" y="0"/>
                  </a:lnTo>
                  <a:lnTo>
                    <a:pt x="2700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00"/>
              </a:schemeClr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Freeform 18"/>
            <p:cNvSpPr>
              <a:spLocks/>
            </p:cNvSpPr>
            <p:nvPr/>
          </p:nvSpPr>
          <p:spPr bwMode="hidden">
            <a:xfrm>
              <a:off x="-309563" y="4318000"/>
              <a:ext cx="8280401" cy="1209675"/>
            </a:xfrm>
            <a:custGeom>
              <a:avLst/>
              <a:gdLst/>
              <a:ahLst/>
              <a:cxnLst>
                <a:cxn ang="0">
                  <a:pos x="5216" y="714"/>
                </a:cxn>
                <a:cxn ang="0">
                  <a:pos x="4984" y="686"/>
                </a:cxn>
                <a:cxn ang="0">
                  <a:pos x="4478" y="610"/>
                </a:cxn>
                <a:cxn ang="0">
                  <a:pos x="3914" y="508"/>
                </a:cxn>
                <a:cxn ang="0">
                  <a:pos x="3286" y="374"/>
                </a:cxn>
                <a:cxn ang="0">
                  <a:pos x="2946" y="296"/>
                </a:cxn>
                <a:cxn ang="0">
                  <a:pos x="2682" y="236"/>
                </a:cxn>
                <a:cxn ang="0">
                  <a:pos x="2430" y="184"/>
                </a:cxn>
                <a:cxn ang="0">
                  <a:pos x="2190" y="140"/>
                </a:cxn>
                <a:cxn ang="0">
                  <a:pos x="1960" y="102"/>
                </a:cxn>
                <a:cxn ang="0">
                  <a:pos x="1740" y="72"/>
                </a:cxn>
                <a:cxn ang="0">
                  <a:pos x="1334" y="28"/>
                </a:cxn>
                <a:cxn ang="0">
                  <a:pos x="970" y="4"/>
                </a:cxn>
                <a:cxn ang="0">
                  <a:pos x="644" y="0"/>
                </a:cxn>
                <a:cxn ang="0">
                  <a:pos x="358" y="10"/>
                </a:cxn>
                <a:cxn ang="0">
                  <a:pos x="110" y="32"/>
                </a:cxn>
                <a:cxn ang="0">
                  <a:pos x="0" y="48"/>
                </a:cxn>
                <a:cxn ang="0">
                  <a:pos x="314" y="86"/>
                </a:cxn>
                <a:cxn ang="0">
                  <a:pos x="652" y="140"/>
                </a:cxn>
                <a:cxn ang="0">
                  <a:pos x="1014" y="210"/>
                </a:cxn>
                <a:cxn ang="0">
                  <a:pos x="1402" y="296"/>
                </a:cxn>
                <a:cxn ang="0">
                  <a:pos x="1756" y="378"/>
                </a:cxn>
                <a:cxn ang="0">
                  <a:pos x="2408" y="516"/>
                </a:cxn>
                <a:cxn ang="0">
                  <a:pos x="2708" y="572"/>
                </a:cxn>
                <a:cxn ang="0">
                  <a:pos x="2992" y="620"/>
                </a:cxn>
                <a:cxn ang="0">
                  <a:pos x="3260" y="662"/>
                </a:cxn>
                <a:cxn ang="0">
                  <a:pos x="3512" y="694"/>
                </a:cxn>
                <a:cxn ang="0">
                  <a:pos x="3750" y="722"/>
                </a:cxn>
                <a:cxn ang="0">
                  <a:pos x="3974" y="740"/>
                </a:cxn>
                <a:cxn ang="0">
                  <a:pos x="4184" y="754"/>
                </a:cxn>
                <a:cxn ang="0">
                  <a:pos x="4384" y="762"/>
                </a:cxn>
                <a:cxn ang="0">
                  <a:pos x="4570" y="762"/>
                </a:cxn>
                <a:cxn ang="0">
                  <a:pos x="4746" y="758"/>
                </a:cxn>
                <a:cxn ang="0">
                  <a:pos x="4912" y="748"/>
                </a:cxn>
                <a:cxn ang="0">
                  <a:pos x="5068" y="732"/>
                </a:cxn>
                <a:cxn ang="0">
                  <a:pos x="5216" y="714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40000"/>
              </a:schemeClr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Freeform 22"/>
            <p:cNvSpPr>
              <a:spLocks/>
            </p:cNvSpPr>
            <p:nvPr/>
          </p:nvSpPr>
          <p:spPr bwMode="hidden">
            <a:xfrm>
              <a:off x="3175" y="4335463"/>
              <a:ext cx="8166100" cy="1101725"/>
            </a:xfrm>
            <a:custGeom>
              <a:avLst/>
              <a:gdLst/>
              <a:ahLst/>
              <a:cxnLst>
                <a:cxn ang="0">
                  <a:pos x="0" y="70"/>
                </a:cxn>
                <a:cxn ang="0">
                  <a:pos x="0" y="70"/>
                </a:cxn>
                <a:cxn ang="0">
                  <a:pos x="18" y="66"/>
                </a:cxn>
                <a:cxn ang="0">
                  <a:pos x="72" y="56"/>
                </a:cxn>
                <a:cxn ang="0">
                  <a:pos x="164" y="42"/>
                </a:cxn>
                <a:cxn ang="0">
                  <a:pos x="224" y="34"/>
                </a:cxn>
                <a:cxn ang="0">
                  <a:pos x="294" y="26"/>
                </a:cxn>
                <a:cxn ang="0">
                  <a:pos x="372" y="20"/>
                </a:cxn>
                <a:cxn ang="0">
                  <a:pos x="462" y="14"/>
                </a:cxn>
                <a:cxn ang="0">
                  <a:pos x="560" y="8"/>
                </a:cxn>
                <a:cxn ang="0">
                  <a:pos x="670" y="4"/>
                </a:cxn>
                <a:cxn ang="0">
                  <a:pos x="790" y="2"/>
                </a:cxn>
                <a:cxn ang="0">
                  <a:pos x="920" y="0"/>
                </a:cxn>
                <a:cxn ang="0">
                  <a:pos x="1060" y="2"/>
                </a:cxn>
                <a:cxn ang="0">
                  <a:pos x="1210" y="6"/>
                </a:cxn>
                <a:cxn ang="0">
                  <a:pos x="1372" y="14"/>
                </a:cxn>
                <a:cxn ang="0">
                  <a:pos x="1544" y="24"/>
                </a:cxn>
                <a:cxn ang="0">
                  <a:pos x="1726" y="40"/>
                </a:cxn>
                <a:cxn ang="0">
                  <a:pos x="1920" y="58"/>
                </a:cxn>
                <a:cxn ang="0">
                  <a:pos x="2126" y="80"/>
                </a:cxn>
                <a:cxn ang="0">
                  <a:pos x="2342" y="106"/>
                </a:cxn>
                <a:cxn ang="0">
                  <a:pos x="2570" y="138"/>
                </a:cxn>
                <a:cxn ang="0">
                  <a:pos x="2808" y="174"/>
                </a:cxn>
                <a:cxn ang="0">
                  <a:pos x="3058" y="216"/>
                </a:cxn>
                <a:cxn ang="0">
                  <a:pos x="3320" y="266"/>
                </a:cxn>
                <a:cxn ang="0">
                  <a:pos x="3594" y="320"/>
                </a:cxn>
                <a:cxn ang="0">
                  <a:pos x="3880" y="380"/>
                </a:cxn>
                <a:cxn ang="0">
                  <a:pos x="4178" y="448"/>
                </a:cxn>
                <a:cxn ang="0">
                  <a:pos x="4488" y="522"/>
                </a:cxn>
                <a:cxn ang="0">
                  <a:pos x="4810" y="604"/>
                </a:cxn>
                <a:cxn ang="0">
                  <a:pos x="5144" y="694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Freeform 26"/>
            <p:cNvSpPr>
              <a:spLocks/>
            </p:cNvSpPr>
            <p:nvPr/>
          </p:nvSpPr>
          <p:spPr bwMode="hidden">
            <a:xfrm>
              <a:off x="4156075" y="4316413"/>
              <a:ext cx="4940300" cy="927100"/>
            </a:xfrm>
            <a:custGeom>
              <a:avLst/>
              <a:gdLst/>
              <a:ahLst/>
              <a:cxnLst>
                <a:cxn ang="0">
                  <a:pos x="0" y="584"/>
                </a:cxn>
                <a:cxn ang="0">
                  <a:pos x="0" y="584"/>
                </a:cxn>
                <a:cxn ang="0">
                  <a:pos x="90" y="560"/>
                </a:cxn>
                <a:cxn ang="0">
                  <a:pos x="336" y="498"/>
                </a:cxn>
                <a:cxn ang="0">
                  <a:pos x="506" y="456"/>
                </a:cxn>
                <a:cxn ang="0">
                  <a:pos x="702" y="410"/>
                </a:cxn>
                <a:cxn ang="0">
                  <a:pos x="920" y="360"/>
                </a:cxn>
                <a:cxn ang="0">
                  <a:pos x="1154" y="306"/>
                </a:cxn>
                <a:cxn ang="0">
                  <a:pos x="1402" y="254"/>
                </a:cxn>
                <a:cxn ang="0">
                  <a:pos x="1656" y="202"/>
                </a:cxn>
                <a:cxn ang="0">
                  <a:pos x="1916" y="154"/>
                </a:cxn>
                <a:cxn ang="0">
                  <a:pos x="2174" y="108"/>
                </a:cxn>
                <a:cxn ang="0">
                  <a:pos x="2302" y="88"/>
                </a:cxn>
                <a:cxn ang="0">
                  <a:pos x="2426" y="68"/>
                </a:cxn>
                <a:cxn ang="0">
                  <a:pos x="2550" y="52"/>
                </a:cxn>
                <a:cxn ang="0">
                  <a:pos x="2670" y="36"/>
                </a:cxn>
                <a:cxn ang="0">
                  <a:pos x="2788" y="24"/>
                </a:cxn>
                <a:cxn ang="0">
                  <a:pos x="2900" y="14"/>
                </a:cxn>
                <a:cxn ang="0">
                  <a:pos x="3008" y="6"/>
                </a:cxn>
                <a:cxn ang="0">
                  <a:pos x="3112" y="0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 useBgFill="1">
          <p:nvSpPr>
            <p:cNvPr id="29" name="Freeform 28"/>
            <p:cNvSpPr>
              <a:spLocks/>
            </p:cNvSpPr>
            <p:nvPr/>
          </p:nvSpPr>
          <p:spPr bwMode="hidden">
            <a:xfrm>
              <a:off x="-3905250" y="4294188"/>
              <a:ext cx="13011150" cy="1892300"/>
            </a:xfrm>
            <a:custGeom>
              <a:avLst/>
              <a:gdLst/>
              <a:ahLst/>
              <a:cxnLst>
                <a:cxn ang="0">
                  <a:pos x="8192" y="512"/>
                </a:cxn>
                <a:cxn ang="0">
                  <a:pos x="8040" y="570"/>
                </a:cxn>
                <a:cxn ang="0">
                  <a:pos x="7878" y="620"/>
                </a:cxn>
                <a:cxn ang="0">
                  <a:pos x="7706" y="666"/>
                </a:cxn>
                <a:cxn ang="0">
                  <a:pos x="7522" y="702"/>
                </a:cxn>
                <a:cxn ang="0">
                  <a:pos x="7322" y="730"/>
                </a:cxn>
                <a:cxn ang="0">
                  <a:pos x="7106" y="750"/>
                </a:cxn>
                <a:cxn ang="0">
                  <a:pos x="6872" y="762"/>
                </a:cxn>
                <a:cxn ang="0">
                  <a:pos x="6618" y="760"/>
                </a:cxn>
                <a:cxn ang="0">
                  <a:pos x="6342" y="750"/>
                </a:cxn>
                <a:cxn ang="0">
                  <a:pos x="6042" y="726"/>
                </a:cxn>
                <a:cxn ang="0">
                  <a:pos x="5716" y="690"/>
                </a:cxn>
                <a:cxn ang="0">
                  <a:pos x="5364" y="642"/>
                </a:cxn>
                <a:cxn ang="0">
                  <a:pos x="4982" y="578"/>
                </a:cxn>
                <a:cxn ang="0">
                  <a:pos x="4568" y="500"/>
                </a:cxn>
                <a:cxn ang="0">
                  <a:pos x="4122" y="406"/>
                </a:cxn>
                <a:cxn ang="0">
                  <a:pos x="3640" y="296"/>
                </a:cxn>
                <a:cxn ang="0">
                  <a:pos x="3396" y="240"/>
                </a:cxn>
                <a:cxn ang="0">
                  <a:pos x="2934" y="148"/>
                </a:cxn>
                <a:cxn ang="0">
                  <a:pos x="2512" y="82"/>
                </a:cxn>
                <a:cxn ang="0">
                  <a:pos x="2126" y="36"/>
                </a:cxn>
                <a:cxn ang="0">
                  <a:pos x="1776" y="10"/>
                </a:cxn>
                <a:cxn ang="0">
                  <a:pos x="1462" y="0"/>
                </a:cxn>
                <a:cxn ang="0">
                  <a:pos x="1182" y="4"/>
                </a:cxn>
                <a:cxn ang="0">
                  <a:pos x="934" y="20"/>
                </a:cxn>
                <a:cxn ang="0">
                  <a:pos x="716" y="44"/>
                </a:cxn>
                <a:cxn ang="0">
                  <a:pos x="530" y="74"/>
                </a:cxn>
                <a:cxn ang="0">
                  <a:pos x="374" y="108"/>
                </a:cxn>
                <a:cxn ang="0">
                  <a:pos x="248" y="144"/>
                </a:cxn>
                <a:cxn ang="0">
                  <a:pos x="148" y="176"/>
                </a:cxn>
                <a:cxn ang="0">
                  <a:pos x="48" y="216"/>
                </a:cxn>
                <a:cxn ang="0">
                  <a:pos x="0" y="240"/>
                </a:cxn>
                <a:cxn ang="0">
                  <a:pos x="8192" y="1192"/>
                </a:cxn>
                <a:cxn ang="0">
                  <a:pos x="8196" y="1186"/>
                </a:cxn>
                <a:cxn ang="0">
                  <a:pos x="8196" y="510"/>
                </a:cxn>
                <a:cxn ang="0">
                  <a:pos x="8192" y="512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6" y="510"/>
                  </a:lnTo>
                  <a:lnTo>
                    <a:pt x="8192" y="512"/>
                  </a:lnTo>
                  <a:lnTo>
                    <a:pt x="8192" y="512"/>
                  </a:lnTo>
                  <a:close/>
                </a:path>
              </a:pathLst>
            </a:custGeom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2" name="Title 21"/>
          <p:cNvSpPr>
            <a:spLocks noGrp="1"/>
          </p:cNvSpPr>
          <p:nvPr>
            <p:ph type="title"/>
          </p:nvPr>
        </p:nvSpPr>
        <p:spPr>
          <a:xfrm>
            <a:off x="914400" y="2286000"/>
            <a:ext cx="3352800" cy="1252728"/>
          </a:xfrm>
        </p:spPr>
        <p:txBody>
          <a:bodyPr anchor="b">
            <a:noAutofit/>
          </a:bodyPr>
          <a:lstStyle>
            <a:lvl1pPr algn="l">
              <a:defRPr sz="3200">
                <a:solidFill>
                  <a:schemeClr val="tx2"/>
                </a:solidFill>
              </a:defRPr>
            </a:lvl1pPr>
          </a:lstStyle>
          <a:p>
            <a:r>
              <a:rPr lang="x-none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51962" y="1828800"/>
            <a:ext cx="3904076" cy="3810000"/>
          </a:xfrm>
        </p:spPr>
        <p:txBody>
          <a:bodyPr anchor="ctr"/>
          <a:lstStyle>
            <a:lvl1pPr>
              <a:buClr>
                <a:schemeClr val="bg1"/>
              </a:buClr>
              <a:defRPr sz="2200">
                <a:solidFill>
                  <a:schemeClr val="tx2"/>
                </a:solidFill>
              </a:defRPr>
            </a:lvl1pPr>
            <a:lvl2pPr>
              <a:buClr>
                <a:schemeClr val="bg1"/>
              </a:buClr>
              <a:defRPr sz="2000">
                <a:solidFill>
                  <a:schemeClr val="tx2"/>
                </a:solidFill>
              </a:defRPr>
            </a:lvl2pPr>
            <a:lvl3pPr>
              <a:buClr>
                <a:schemeClr val="bg1"/>
              </a:buClr>
              <a:defRPr sz="1800">
                <a:solidFill>
                  <a:schemeClr val="tx2"/>
                </a:solidFill>
              </a:defRPr>
            </a:lvl3pPr>
            <a:lvl4pPr>
              <a:buClr>
                <a:schemeClr val="bg1"/>
              </a:buClr>
              <a:defRPr sz="1600">
                <a:solidFill>
                  <a:schemeClr val="tx2"/>
                </a:solidFill>
              </a:defRPr>
            </a:lvl4pPr>
            <a:lvl5pPr>
              <a:buClr>
                <a:schemeClr val="bg1"/>
              </a:buClr>
              <a:defRPr sz="1600">
                <a:solidFill>
                  <a:schemeClr val="tx2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/>
          <p:cNvSpPr/>
          <p:nvPr/>
        </p:nvSpPr>
        <p:spPr>
          <a:xfrm>
            <a:off x="228600" y="228600"/>
            <a:ext cx="8695944" cy="6035040"/>
          </a:xfrm>
          <a:prstGeom prst="roundRect">
            <a:avLst>
              <a:gd name="adj" fmla="val 127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 bwMode="hidden">
          <a:xfrm>
            <a:off x="211665" y="5353963"/>
            <a:ext cx="8723376" cy="1331580"/>
            <a:chOff x="-3905250" y="4294188"/>
            <a:chExt cx="13011150" cy="1892300"/>
          </a:xfrm>
        </p:grpSpPr>
        <p:sp>
          <p:nvSpPr>
            <p:cNvPr id="10" name="Freeform 14"/>
            <p:cNvSpPr>
              <a:spLocks/>
            </p:cNvSpPr>
            <p:nvPr/>
          </p:nvSpPr>
          <p:spPr bwMode="hidden">
            <a:xfrm>
              <a:off x="4810125" y="4500563"/>
              <a:ext cx="4295775" cy="1016000"/>
            </a:xfrm>
            <a:custGeom>
              <a:avLst/>
              <a:gdLst/>
              <a:ahLst/>
              <a:cxnLst>
                <a:cxn ang="0">
                  <a:pos x="2700" y="0"/>
                </a:cxn>
                <a:cxn ang="0">
                  <a:pos x="2700" y="0"/>
                </a:cxn>
                <a:cxn ang="0">
                  <a:pos x="2586" y="18"/>
                </a:cxn>
                <a:cxn ang="0">
                  <a:pos x="2470" y="38"/>
                </a:cxn>
                <a:cxn ang="0">
                  <a:pos x="2352" y="60"/>
                </a:cxn>
                <a:cxn ang="0">
                  <a:pos x="2230" y="82"/>
                </a:cxn>
                <a:cxn ang="0">
                  <a:pos x="2106" y="108"/>
                </a:cxn>
                <a:cxn ang="0">
                  <a:pos x="1978" y="134"/>
                </a:cxn>
                <a:cxn ang="0">
                  <a:pos x="1848" y="164"/>
                </a:cxn>
                <a:cxn ang="0">
                  <a:pos x="1714" y="194"/>
                </a:cxn>
                <a:cxn ang="0">
                  <a:pos x="1714" y="194"/>
                </a:cxn>
                <a:cxn ang="0">
                  <a:pos x="1472" y="252"/>
                </a:cxn>
                <a:cxn ang="0">
                  <a:pos x="1236" y="304"/>
                </a:cxn>
                <a:cxn ang="0">
                  <a:pos x="1010" y="352"/>
                </a:cxn>
                <a:cxn ang="0">
                  <a:pos x="792" y="398"/>
                </a:cxn>
                <a:cxn ang="0">
                  <a:pos x="584" y="438"/>
                </a:cxn>
                <a:cxn ang="0">
                  <a:pos x="382" y="474"/>
                </a:cxn>
                <a:cxn ang="0">
                  <a:pos x="188" y="508"/>
                </a:cxn>
                <a:cxn ang="0">
                  <a:pos x="0" y="538"/>
                </a:cxn>
                <a:cxn ang="0">
                  <a:pos x="0" y="538"/>
                </a:cxn>
                <a:cxn ang="0">
                  <a:pos x="130" y="556"/>
                </a:cxn>
                <a:cxn ang="0">
                  <a:pos x="254" y="572"/>
                </a:cxn>
                <a:cxn ang="0">
                  <a:pos x="374" y="586"/>
                </a:cxn>
                <a:cxn ang="0">
                  <a:pos x="492" y="598"/>
                </a:cxn>
                <a:cxn ang="0">
                  <a:pos x="606" y="610"/>
                </a:cxn>
                <a:cxn ang="0">
                  <a:pos x="716" y="618"/>
                </a:cxn>
                <a:cxn ang="0">
                  <a:pos x="822" y="626"/>
                </a:cxn>
                <a:cxn ang="0">
                  <a:pos x="926" y="632"/>
                </a:cxn>
                <a:cxn ang="0">
                  <a:pos x="1028" y="636"/>
                </a:cxn>
                <a:cxn ang="0">
                  <a:pos x="1126" y="638"/>
                </a:cxn>
                <a:cxn ang="0">
                  <a:pos x="1220" y="640"/>
                </a:cxn>
                <a:cxn ang="0">
                  <a:pos x="1312" y="640"/>
                </a:cxn>
                <a:cxn ang="0">
                  <a:pos x="1402" y="638"/>
                </a:cxn>
                <a:cxn ang="0">
                  <a:pos x="1490" y="636"/>
                </a:cxn>
                <a:cxn ang="0">
                  <a:pos x="1574" y="632"/>
                </a:cxn>
                <a:cxn ang="0">
                  <a:pos x="1656" y="626"/>
                </a:cxn>
                <a:cxn ang="0">
                  <a:pos x="1734" y="620"/>
                </a:cxn>
                <a:cxn ang="0">
                  <a:pos x="1812" y="612"/>
                </a:cxn>
                <a:cxn ang="0">
                  <a:pos x="1886" y="602"/>
                </a:cxn>
                <a:cxn ang="0">
                  <a:pos x="1960" y="592"/>
                </a:cxn>
                <a:cxn ang="0">
                  <a:pos x="2030" y="580"/>
                </a:cxn>
                <a:cxn ang="0">
                  <a:pos x="2100" y="568"/>
                </a:cxn>
                <a:cxn ang="0">
                  <a:pos x="2166" y="554"/>
                </a:cxn>
                <a:cxn ang="0">
                  <a:pos x="2232" y="540"/>
                </a:cxn>
                <a:cxn ang="0">
                  <a:pos x="2296" y="524"/>
                </a:cxn>
                <a:cxn ang="0">
                  <a:pos x="2358" y="508"/>
                </a:cxn>
                <a:cxn ang="0">
                  <a:pos x="2418" y="490"/>
                </a:cxn>
                <a:cxn ang="0">
                  <a:pos x="2478" y="472"/>
                </a:cxn>
                <a:cxn ang="0">
                  <a:pos x="2592" y="432"/>
                </a:cxn>
                <a:cxn ang="0">
                  <a:pos x="2702" y="390"/>
                </a:cxn>
                <a:cxn ang="0">
                  <a:pos x="2702" y="390"/>
                </a:cxn>
                <a:cxn ang="0">
                  <a:pos x="2706" y="388"/>
                </a:cxn>
                <a:cxn ang="0">
                  <a:pos x="2706" y="388"/>
                </a:cxn>
                <a:cxn ang="0">
                  <a:pos x="2706" y="0"/>
                </a:cxn>
                <a:cxn ang="0">
                  <a:pos x="2706" y="0"/>
                </a:cxn>
                <a:cxn ang="0">
                  <a:pos x="2700" y="0"/>
                </a:cxn>
                <a:cxn ang="0">
                  <a:pos x="2700" y="0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6" y="0"/>
                  </a:lnTo>
                  <a:lnTo>
                    <a:pt x="2700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00"/>
              </a:schemeClr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Freeform 18"/>
            <p:cNvSpPr>
              <a:spLocks/>
            </p:cNvSpPr>
            <p:nvPr/>
          </p:nvSpPr>
          <p:spPr bwMode="hidden">
            <a:xfrm>
              <a:off x="-309563" y="4318000"/>
              <a:ext cx="8280401" cy="1209675"/>
            </a:xfrm>
            <a:custGeom>
              <a:avLst/>
              <a:gdLst/>
              <a:ahLst/>
              <a:cxnLst>
                <a:cxn ang="0">
                  <a:pos x="5216" y="714"/>
                </a:cxn>
                <a:cxn ang="0">
                  <a:pos x="4984" y="686"/>
                </a:cxn>
                <a:cxn ang="0">
                  <a:pos x="4478" y="610"/>
                </a:cxn>
                <a:cxn ang="0">
                  <a:pos x="3914" y="508"/>
                </a:cxn>
                <a:cxn ang="0">
                  <a:pos x="3286" y="374"/>
                </a:cxn>
                <a:cxn ang="0">
                  <a:pos x="2946" y="296"/>
                </a:cxn>
                <a:cxn ang="0">
                  <a:pos x="2682" y="236"/>
                </a:cxn>
                <a:cxn ang="0">
                  <a:pos x="2430" y="184"/>
                </a:cxn>
                <a:cxn ang="0">
                  <a:pos x="2190" y="140"/>
                </a:cxn>
                <a:cxn ang="0">
                  <a:pos x="1960" y="102"/>
                </a:cxn>
                <a:cxn ang="0">
                  <a:pos x="1740" y="72"/>
                </a:cxn>
                <a:cxn ang="0">
                  <a:pos x="1334" y="28"/>
                </a:cxn>
                <a:cxn ang="0">
                  <a:pos x="970" y="4"/>
                </a:cxn>
                <a:cxn ang="0">
                  <a:pos x="644" y="0"/>
                </a:cxn>
                <a:cxn ang="0">
                  <a:pos x="358" y="10"/>
                </a:cxn>
                <a:cxn ang="0">
                  <a:pos x="110" y="32"/>
                </a:cxn>
                <a:cxn ang="0">
                  <a:pos x="0" y="48"/>
                </a:cxn>
                <a:cxn ang="0">
                  <a:pos x="314" y="86"/>
                </a:cxn>
                <a:cxn ang="0">
                  <a:pos x="652" y="140"/>
                </a:cxn>
                <a:cxn ang="0">
                  <a:pos x="1014" y="210"/>
                </a:cxn>
                <a:cxn ang="0">
                  <a:pos x="1402" y="296"/>
                </a:cxn>
                <a:cxn ang="0">
                  <a:pos x="1756" y="378"/>
                </a:cxn>
                <a:cxn ang="0">
                  <a:pos x="2408" y="516"/>
                </a:cxn>
                <a:cxn ang="0">
                  <a:pos x="2708" y="572"/>
                </a:cxn>
                <a:cxn ang="0">
                  <a:pos x="2992" y="620"/>
                </a:cxn>
                <a:cxn ang="0">
                  <a:pos x="3260" y="662"/>
                </a:cxn>
                <a:cxn ang="0">
                  <a:pos x="3512" y="694"/>
                </a:cxn>
                <a:cxn ang="0">
                  <a:pos x="3750" y="722"/>
                </a:cxn>
                <a:cxn ang="0">
                  <a:pos x="3974" y="740"/>
                </a:cxn>
                <a:cxn ang="0">
                  <a:pos x="4184" y="754"/>
                </a:cxn>
                <a:cxn ang="0">
                  <a:pos x="4384" y="762"/>
                </a:cxn>
                <a:cxn ang="0">
                  <a:pos x="4570" y="762"/>
                </a:cxn>
                <a:cxn ang="0">
                  <a:pos x="4746" y="758"/>
                </a:cxn>
                <a:cxn ang="0">
                  <a:pos x="4912" y="748"/>
                </a:cxn>
                <a:cxn ang="0">
                  <a:pos x="5068" y="732"/>
                </a:cxn>
                <a:cxn ang="0">
                  <a:pos x="5216" y="714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40000"/>
              </a:schemeClr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Freeform 22"/>
            <p:cNvSpPr>
              <a:spLocks/>
            </p:cNvSpPr>
            <p:nvPr/>
          </p:nvSpPr>
          <p:spPr bwMode="hidden">
            <a:xfrm>
              <a:off x="3175" y="4335463"/>
              <a:ext cx="8166100" cy="1101725"/>
            </a:xfrm>
            <a:custGeom>
              <a:avLst/>
              <a:gdLst/>
              <a:ahLst/>
              <a:cxnLst>
                <a:cxn ang="0">
                  <a:pos x="0" y="70"/>
                </a:cxn>
                <a:cxn ang="0">
                  <a:pos x="0" y="70"/>
                </a:cxn>
                <a:cxn ang="0">
                  <a:pos x="18" y="66"/>
                </a:cxn>
                <a:cxn ang="0">
                  <a:pos x="72" y="56"/>
                </a:cxn>
                <a:cxn ang="0">
                  <a:pos x="164" y="42"/>
                </a:cxn>
                <a:cxn ang="0">
                  <a:pos x="224" y="34"/>
                </a:cxn>
                <a:cxn ang="0">
                  <a:pos x="294" y="26"/>
                </a:cxn>
                <a:cxn ang="0">
                  <a:pos x="372" y="20"/>
                </a:cxn>
                <a:cxn ang="0">
                  <a:pos x="462" y="14"/>
                </a:cxn>
                <a:cxn ang="0">
                  <a:pos x="560" y="8"/>
                </a:cxn>
                <a:cxn ang="0">
                  <a:pos x="670" y="4"/>
                </a:cxn>
                <a:cxn ang="0">
                  <a:pos x="790" y="2"/>
                </a:cxn>
                <a:cxn ang="0">
                  <a:pos x="920" y="0"/>
                </a:cxn>
                <a:cxn ang="0">
                  <a:pos x="1060" y="2"/>
                </a:cxn>
                <a:cxn ang="0">
                  <a:pos x="1210" y="6"/>
                </a:cxn>
                <a:cxn ang="0">
                  <a:pos x="1372" y="14"/>
                </a:cxn>
                <a:cxn ang="0">
                  <a:pos x="1544" y="24"/>
                </a:cxn>
                <a:cxn ang="0">
                  <a:pos x="1726" y="40"/>
                </a:cxn>
                <a:cxn ang="0">
                  <a:pos x="1920" y="58"/>
                </a:cxn>
                <a:cxn ang="0">
                  <a:pos x="2126" y="80"/>
                </a:cxn>
                <a:cxn ang="0">
                  <a:pos x="2342" y="106"/>
                </a:cxn>
                <a:cxn ang="0">
                  <a:pos x="2570" y="138"/>
                </a:cxn>
                <a:cxn ang="0">
                  <a:pos x="2808" y="174"/>
                </a:cxn>
                <a:cxn ang="0">
                  <a:pos x="3058" y="216"/>
                </a:cxn>
                <a:cxn ang="0">
                  <a:pos x="3320" y="266"/>
                </a:cxn>
                <a:cxn ang="0">
                  <a:pos x="3594" y="320"/>
                </a:cxn>
                <a:cxn ang="0">
                  <a:pos x="3880" y="380"/>
                </a:cxn>
                <a:cxn ang="0">
                  <a:pos x="4178" y="448"/>
                </a:cxn>
                <a:cxn ang="0">
                  <a:pos x="4488" y="522"/>
                </a:cxn>
                <a:cxn ang="0">
                  <a:pos x="4810" y="604"/>
                </a:cxn>
                <a:cxn ang="0">
                  <a:pos x="5144" y="694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Freeform 26"/>
            <p:cNvSpPr>
              <a:spLocks/>
            </p:cNvSpPr>
            <p:nvPr/>
          </p:nvSpPr>
          <p:spPr bwMode="hidden">
            <a:xfrm>
              <a:off x="4156075" y="4316413"/>
              <a:ext cx="4940300" cy="927100"/>
            </a:xfrm>
            <a:custGeom>
              <a:avLst/>
              <a:gdLst/>
              <a:ahLst/>
              <a:cxnLst>
                <a:cxn ang="0">
                  <a:pos x="0" y="584"/>
                </a:cxn>
                <a:cxn ang="0">
                  <a:pos x="0" y="584"/>
                </a:cxn>
                <a:cxn ang="0">
                  <a:pos x="90" y="560"/>
                </a:cxn>
                <a:cxn ang="0">
                  <a:pos x="336" y="498"/>
                </a:cxn>
                <a:cxn ang="0">
                  <a:pos x="506" y="456"/>
                </a:cxn>
                <a:cxn ang="0">
                  <a:pos x="702" y="410"/>
                </a:cxn>
                <a:cxn ang="0">
                  <a:pos x="920" y="360"/>
                </a:cxn>
                <a:cxn ang="0">
                  <a:pos x="1154" y="306"/>
                </a:cxn>
                <a:cxn ang="0">
                  <a:pos x="1402" y="254"/>
                </a:cxn>
                <a:cxn ang="0">
                  <a:pos x="1656" y="202"/>
                </a:cxn>
                <a:cxn ang="0">
                  <a:pos x="1916" y="154"/>
                </a:cxn>
                <a:cxn ang="0">
                  <a:pos x="2174" y="108"/>
                </a:cxn>
                <a:cxn ang="0">
                  <a:pos x="2302" y="88"/>
                </a:cxn>
                <a:cxn ang="0">
                  <a:pos x="2426" y="68"/>
                </a:cxn>
                <a:cxn ang="0">
                  <a:pos x="2550" y="52"/>
                </a:cxn>
                <a:cxn ang="0">
                  <a:pos x="2670" y="36"/>
                </a:cxn>
                <a:cxn ang="0">
                  <a:pos x="2788" y="24"/>
                </a:cxn>
                <a:cxn ang="0">
                  <a:pos x="2900" y="14"/>
                </a:cxn>
                <a:cxn ang="0">
                  <a:pos x="3008" y="6"/>
                </a:cxn>
                <a:cxn ang="0">
                  <a:pos x="3112" y="0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 useBgFill="1">
          <p:nvSpPr>
            <p:cNvPr id="14" name="Freeform 10"/>
            <p:cNvSpPr>
              <a:spLocks/>
            </p:cNvSpPr>
            <p:nvPr/>
          </p:nvSpPr>
          <p:spPr bwMode="hidden">
            <a:xfrm>
              <a:off x="-3905250" y="4294188"/>
              <a:ext cx="13011150" cy="1892300"/>
            </a:xfrm>
            <a:custGeom>
              <a:avLst/>
              <a:gdLst/>
              <a:ahLst/>
              <a:cxnLst>
                <a:cxn ang="0">
                  <a:pos x="8192" y="512"/>
                </a:cxn>
                <a:cxn ang="0">
                  <a:pos x="8040" y="570"/>
                </a:cxn>
                <a:cxn ang="0">
                  <a:pos x="7878" y="620"/>
                </a:cxn>
                <a:cxn ang="0">
                  <a:pos x="7706" y="666"/>
                </a:cxn>
                <a:cxn ang="0">
                  <a:pos x="7522" y="702"/>
                </a:cxn>
                <a:cxn ang="0">
                  <a:pos x="7322" y="730"/>
                </a:cxn>
                <a:cxn ang="0">
                  <a:pos x="7106" y="750"/>
                </a:cxn>
                <a:cxn ang="0">
                  <a:pos x="6872" y="762"/>
                </a:cxn>
                <a:cxn ang="0">
                  <a:pos x="6618" y="760"/>
                </a:cxn>
                <a:cxn ang="0">
                  <a:pos x="6342" y="750"/>
                </a:cxn>
                <a:cxn ang="0">
                  <a:pos x="6042" y="726"/>
                </a:cxn>
                <a:cxn ang="0">
                  <a:pos x="5716" y="690"/>
                </a:cxn>
                <a:cxn ang="0">
                  <a:pos x="5364" y="642"/>
                </a:cxn>
                <a:cxn ang="0">
                  <a:pos x="4982" y="578"/>
                </a:cxn>
                <a:cxn ang="0">
                  <a:pos x="4568" y="500"/>
                </a:cxn>
                <a:cxn ang="0">
                  <a:pos x="4122" y="406"/>
                </a:cxn>
                <a:cxn ang="0">
                  <a:pos x="3640" y="296"/>
                </a:cxn>
                <a:cxn ang="0">
                  <a:pos x="3396" y="240"/>
                </a:cxn>
                <a:cxn ang="0">
                  <a:pos x="2934" y="148"/>
                </a:cxn>
                <a:cxn ang="0">
                  <a:pos x="2512" y="82"/>
                </a:cxn>
                <a:cxn ang="0">
                  <a:pos x="2126" y="36"/>
                </a:cxn>
                <a:cxn ang="0">
                  <a:pos x="1776" y="10"/>
                </a:cxn>
                <a:cxn ang="0">
                  <a:pos x="1462" y="0"/>
                </a:cxn>
                <a:cxn ang="0">
                  <a:pos x="1182" y="4"/>
                </a:cxn>
                <a:cxn ang="0">
                  <a:pos x="934" y="20"/>
                </a:cxn>
                <a:cxn ang="0">
                  <a:pos x="716" y="44"/>
                </a:cxn>
                <a:cxn ang="0">
                  <a:pos x="530" y="74"/>
                </a:cxn>
                <a:cxn ang="0">
                  <a:pos x="374" y="108"/>
                </a:cxn>
                <a:cxn ang="0">
                  <a:pos x="248" y="144"/>
                </a:cxn>
                <a:cxn ang="0">
                  <a:pos x="148" y="176"/>
                </a:cxn>
                <a:cxn ang="0">
                  <a:pos x="48" y="216"/>
                </a:cxn>
                <a:cxn ang="0">
                  <a:pos x="0" y="240"/>
                </a:cxn>
                <a:cxn ang="0">
                  <a:pos x="8192" y="1192"/>
                </a:cxn>
                <a:cxn ang="0">
                  <a:pos x="8196" y="1186"/>
                </a:cxn>
                <a:cxn ang="0">
                  <a:pos x="8196" y="510"/>
                </a:cxn>
                <a:cxn ang="0">
                  <a:pos x="8192" y="512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6" y="510"/>
                  </a:lnTo>
                  <a:lnTo>
                    <a:pt x="8192" y="512"/>
                  </a:lnTo>
                  <a:lnTo>
                    <a:pt x="8192" y="512"/>
                  </a:lnTo>
                  <a:close/>
                </a:path>
              </a:pathLst>
            </a:custGeom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74155" y="338667"/>
            <a:ext cx="3812645" cy="2429934"/>
          </a:xfrm>
        </p:spPr>
        <p:txBody>
          <a:bodyPr anchor="b">
            <a:normAutofit/>
          </a:bodyPr>
          <a:lstStyle>
            <a:lvl1pPr algn="l">
              <a:defRPr sz="2800" b="0">
                <a:solidFill>
                  <a:srgbClr val="FFFFFF"/>
                </a:solidFill>
              </a:defRPr>
            </a:lvl1pPr>
          </a:lstStyle>
          <a:p>
            <a:r>
              <a:rPr lang="x-none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868333" y="2785533"/>
            <a:ext cx="3818467" cy="2421467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CC4D2-1A54-7D41-9756-4EC7A9F34212}" type="datetimeFigureOut">
              <a:rPr lang="en-US" smtClean="0"/>
              <a:t>1/27/15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F990B-2EB2-614F-A0AE-0C876CF3E6C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838200" y="1371600"/>
            <a:ext cx="3566160" cy="2926080"/>
          </a:xfrm>
          <a:prstGeom prst="roundRect">
            <a:avLst>
              <a:gd name="adj" fmla="val 3924"/>
            </a:avLst>
          </a:prstGeom>
          <a:solidFill>
            <a:schemeClr val="accent1"/>
          </a:solidFill>
          <a:ln>
            <a:noFill/>
          </a:ln>
          <a:effectLst>
            <a:reflection blurRad="12700" stA="30000" endPos="30000" dist="5000" dir="5400000" sy="-100000" algn="bl" rotWithShape="0"/>
          </a:effectLst>
          <a:scene3d>
            <a:camera prst="perspectiveContrastingLeftFacing" fov="600000">
              <a:rot lat="240000" lon="19799999" rev="0"/>
            </a:camera>
            <a:lightRig rig="threePt" dir="t">
              <a:rot lat="0" lon="0" rev="2700000"/>
            </a:lightRig>
          </a:scene3d>
          <a:sp3d>
            <a:bevelT w="44450" h="31750"/>
          </a:sp3d>
        </p:spPr>
        <p:txBody>
          <a:bodyPr/>
          <a:lstStyle>
            <a:lvl1pPr marL="0" indent="0" algn="ctr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x-none" smtClean="0"/>
              <a:t>Drag picture to placeholder or click icon to add</a:t>
            </a:r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ctr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CC4D2-1A54-7D41-9756-4EC7A9F34212}" type="datetimeFigureOut">
              <a:rPr lang="en-US" smtClean="0"/>
              <a:t>1/27/15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F990B-2EB2-614F-A0AE-0C876CF3E6C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ounded Rectangle 20"/>
          <p:cNvSpPr/>
          <p:nvPr/>
        </p:nvSpPr>
        <p:spPr bwMode="hidden">
          <a:xfrm>
            <a:off x="228600" y="228600"/>
            <a:ext cx="8695944" cy="1426464"/>
          </a:xfrm>
          <a:prstGeom prst="roundRect">
            <a:avLst>
              <a:gd name="adj" fmla="val 7136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9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CC4D2-1A54-7D41-9756-4EC7A9F34212}" type="datetimeFigureOut">
              <a:rPr lang="en-US" smtClean="0"/>
              <a:t>1/27/15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F990B-2EB2-614F-A0AE-0C876CF3E6CF}" type="slidenum">
              <a:rPr lang="en-US" smtClean="0"/>
              <a:t>‹#›</a:t>
            </a:fld>
            <a:endParaRPr lang="en-US"/>
          </a:p>
        </p:txBody>
      </p:sp>
      <p:grpSp>
        <p:nvGrpSpPr>
          <p:cNvPr id="15" name="Group 14"/>
          <p:cNvGrpSpPr>
            <a:grpSpLocks noChangeAspect="1"/>
          </p:cNvGrpSpPr>
          <p:nvPr/>
        </p:nvGrpSpPr>
        <p:grpSpPr bwMode="hidden">
          <a:xfrm>
            <a:off x="211665" y="714191"/>
            <a:ext cx="8723376" cy="1331580"/>
            <a:chOff x="-3905250" y="4294188"/>
            <a:chExt cx="13011150" cy="1892300"/>
          </a:xfrm>
        </p:grpSpPr>
        <p:sp>
          <p:nvSpPr>
            <p:cNvPr id="16" name="Freeform 14"/>
            <p:cNvSpPr>
              <a:spLocks/>
            </p:cNvSpPr>
            <p:nvPr/>
          </p:nvSpPr>
          <p:spPr bwMode="hidden">
            <a:xfrm>
              <a:off x="4810125" y="4500563"/>
              <a:ext cx="4295775" cy="1016000"/>
            </a:xfrm>
            <a:custGeom>
              <a:avLst/>
              <a:gdLst/>
              <a:ahLst/>
              <a:cxnLst>
                <a:cxn ang="0">
                  <a:pos x="2700" y="0"/>
                </a:cxn>
                <a:cxn ang="0">
                  <a:pos x="2700" y="0"/>
                </a:cxn>
                <a:cxn ang="0">
                  <a:pos x="2586" y="18"/>
                </a:cxn>
                <a:cxn ang="0">
                  <a:pos x="2470" y="38"/>
                </a:cxn>
                <a:cxn ang="0">
                  <a:pos x="2352" y="60"/>
                </a:cxn>
                <a:cxn ang="0">
                  <a:pos x="2230" y="82"/>
                </a:cxn>
                <a:cxn ang="0">
                  <a:pos x="2106" y="108"/>
                </a:cxn>
                <a:cxn ang="0">
                  <a:pos x="1978" y="134"/>
                </a:cxn>
                <a:cxn ang="0">
                  <a:pos x="1848" y="164"/>
                </a:cxn>
                <a:cxn ang="0">
                  <a:pos x="1714" y="194"/>
                </a:cxn>
                <a:cxn ang="0">
                  <a:pos x="1714" y="194"/>
                </a:cxn>
                <a:cxn ang="0">
                  <a:pos x="1472" y="252"/>
                </a:cxn>
                <a:cxn ang="0">
                  <a:pos x="1236" y="304"/>
                </a:cxn>
                <a:cxn ang="0">
                  <a:pos x="1010" y="352"/>
                </a:cxn>
                <a:cxn ang="0">
                  <a:pos x="792" y="398"/>
                </a:cxn>
                <a:cxn ang="0">
                  <a:pos x="584" y="438"/>
                </a:cxn>
                <a:cxn ang="0">
                  <a:pos x="382" y="474"/>
                </a:cxn>
                <a:cxn ang="0">
                  <a:pos x="188" y="508"/>
                </a:cxn>
                <a:cxn ang="0">
                  <a:pos x="0" y="538"/>
                </a:cxn>
                <a:cxn ang="0">
                  <a:pos x="0" y="538"/>
                </a:cxn>
                <a:cxn ang="0">
                  <a:pos x="130" y="556"/>
                </a:cxn>
                <a:cxn ang="0">
                  <a:pos x="254" y="572"/>
                </a:cxn>
                <a:cxn ang="0">
                  <a:pos x="374" y="586"/>
                </a:cxn>
                <a:cxn ang="0">
                  <a:pos x="492" y="598"/>
                </a:cxn>
                <a:cxn ang="0">
                  <a:pos x="606" y="610"/>
                </a:cxn>
                <a:cxn ang="0">
                  <a:pos x="716" y="618"/>
                </a:cxn>
                <a:cxn ang="0">
                  <a:pos x="822" y="626"/>
                </a:cxn>
                <a:cxn ang="0">
                  <a:pos x="926" y="632"/>
                </a:cxn>
                <a:cxn ang="0">
                  <a:pos x="1028" y="636"/>
                </a:cxn>
                <a:cxn ang="0">
                  <a:pos x="1126" y="638"/>
                </a:cxn>
                <a:cxn ang="0">
                  <a:pos x="1220" y="640"/>
                </a:cxn>
                <a:cxn ang="0">
                  <a:pos x="1312" y="640"/>
                </a:cxn>
                <a:cxn ang="0">
                  <a:pos x="1402" y="638"/>
                </a:cxn>
                <a:cxn ang="0">
                  <a:pos x="1490" y="636"/>
                </a:cxn>
                <a:cxn ang="0">
                  <a:pos x="1574" y="632"/>
                </a:cxn>
                <a:cxn ang="0">
                  <a:pos x="1656" y="626"/>
                </a:cxn>
                <a:cxn ang="0">
                  <a:pos x="1734" y="620"/>
                </a:cxn>
                <a:cxn ang="0">
                  <a:pos x="1812" y="612"/>
                </a:cxn>
                <a:cxn ang="0">
                  <a:pos x="1886" y="602"/>
                </a:cxn>
                <a:cxn ang="0">
                  <a:pos x="1960" y="592"/>
                </a:cxn>
                <a:cxn ang="0">
                  <a:pos x="2030" y="580"/>
                </a:cxn>
                <a:cxn ang="0">
                  <a:pos x="2100" y="568"/>
                </a:cxn>
                <a:cxn ang="0">
                  <a:pos x="2166" y="554"/>
                </a:cxn>
                <a:cxn ang="0">
                  <a:pos x="2232" y="540"/>
                </a:cxn>
                <a:cxn ang="0">
                  <a:pos x="2296" y="524"/>
                </a:cxn>
                <a:cxn ang="0">
                  <a:pos x="2358" y="508"/>
                </a:cxn>
                <a:cxn ang="0">
                  <a:pos x="2418" y="490"/>
                </a:cxn>
                <a:cxn ang="0">
                  <a:pos x="2478" y="472"/>
                </a:cxn>
                <a:cxn ang="0">
                  <a:pos x="2592" y="432"/>
                </a:cxn>
                <a:cxn ang="0">
                  <a:pos x="2702" y="390"/>
                </a:cxn>
                <a:cxn ang="0">
                  <a:pos x="2702" y="390"/>
                </a:cxn>
                <a:cxn ang="0">
                  <a:pos x="2706" y="388"/>
                </a:cxn>
                <a:cxn ang="0">
                  <a:pos x="2706" y="388"/>
                </a:cxn>
                <a:cxn ang="0">
                  <a:pos x="2706" y="0"/>
                </a:cxn>
                <a:cxn ang="0">
                  <a:pos x="2706" y="0"/>
                </a:cxn>
                <a:cxn ang="0">
                  <a:pos x="2700" y="0"/>
                </a:cxn>
                <a:cxn ang="0">
                  <a:pos x="2700" y="0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6" y="0"/>
                  </a:lnTo>
                  <a:lnTo>
                    <a:pt x="2700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00"/>
              </a:schemeClr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Freeform 18"/>
            <p:cNvSpPr>
              <a:spLocks/>
            </p:cNvSpPr>
            <p:nvPr/>
          </p:nvSpPr>
          <p:spPr bwMode="hidden">
            <a:xfrm>
              <a:off x="-309563" y="4318000"/>
              <a:ext cx="8280401" cy="1209675"/>
            </a:xfrm>
            <a:custGeom>
              <a:avLst/>
              <a:gdLst/>
              <a:ahLst/>
              <a:cxnLst>
                <a:cxn ang="0">
                  <a:pos x="5216" y="714"/>
                </a:cxn>
                <a:cxn ang="0">
                  <a:pos x="4984" y="686"/>
                </a:cxn>
                <a:cxn ang="0">
                  <a:pos x="4478" y="610"/>
                </a:cxn>
                <a:cxn ang="0">
                  <a:pos x="3914" y="508"/>
                </a:cxn>
                <a:cxn ang="0">
                  <a:pos x="3286" y="374"/>
                </a:cxn>
                <a:cxn ang="0">
                  <a:pos x="2946" y="296"/>
                </a:cxn>
                <a:cxn ang="0">
                  <a:pos x="2682" y="236"/>
                </a:cxn>
                <a:cxn ang="0">
                  <a:pos x="2430" y="184"/>
                </a:cxn>
                <a:cxn ang="0">
                  <a:pos x="2190" y="140"/>
                </a:cxn>
                <a:cxn ang="0">
                  <a:pos x="1960" y="102"/>
                </a:cxn>
                <a:cxn ang="0">
                  <a:pos x="1740" y="72"/>
                </a:cxn>
                <a:cxn ang="0">
                  <a:pos x="1334" y="28"/>
                </a:cxn>
                <a:cxn ang="0">
                  <a:pos x="970" y="4"/>
                </a:cxn>
                <a:cxn ang="0">
                  <a:pos x="644" y="0"/>
                </a:cxn>
                <a:cxn ang="0">
                  <a:pos x="358" y="10"/>
                </a:cxn>
                <a:cxn ang="0">
                  <a:pos x="110" y="32"/>
                </a:cxn>
                <a:cxn ang="0">
                  <a:pos x="0" y="48"/>
                </a:cxn>
                <a:cxn ang="0">
                  <a:pos x="314" y="86"/>
                </a:cxn>
                <a:cxn ang="0">
                  <a:pos x="652" y="140"/>
                </a:cxn>
                <a:cxn ang="0">
                  <a:pos x="1014" y="210"/>
                </a:cxn>
                <a:cxn ang="0">
                  <a:pos x="1402" y="296"/>
                </a:cxn>
                <a:cxn ang="0">
                  <a:pos x="1756" y="378"/>
                </a:cxn>
                <a:cxn ang="0">
                  <a:pos x="2408" y="516"/>
                </a:cxn>
                <a:cxn ang="0">
                  <a:pos x="2708" y="572"/>
                </a:cxn>
                <a:cxn ang="0">
                  <a:pos x="2992" y="620"/>
                </a:cxn>
                <a:cxn ang="0">
                  <a:pos x="3260" y="662"/>
                </a:cxn>
                <a:cxn ang="0">
                  <a:pos x="3512" y="694"/>
                </a:cxn>
                <a:cxn ang="0">
                  <a:pos x="3750" y="722"/>
                </a:cxn>
                <a:cxn ang="0">
                  <a:pos x="3974" y="740"/>
                </a:cxn>
                <a:cxn ang="0">
                  <a:pos x="4184" y="754"/>
                </a:cxn>
                <a:cxn ang="0">
                  <a:pos x="4384" y="762"/>
                </a:cxn>
                <a:cxn ang="0">
                  <a:pos x="4570" y="762"/>
                </a:cxn>
                <a:cxn ang="0">
                  <a:pos x="4746" y="758"/>
                </a:cxn>
                <a:cxn ang="0">
                  <a:pos x="4912" y="748"/>
                </a:cxn>
                <a:cxn ang="0">
                  <a:pos x="5068" y="732"/>
                </a:cxn>
                <a:cxn ang="0">
                  <a:pos x="5216" y="714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40000"/>
              </a:schemeClr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Freeform 22"/>
            <p:cNvSpPr>
              <a:spLocks/>
            </p:cNvSpPr>
            <p:nvPr/>
          </p:nvSpPr>
          <p:spPr bwMode="hidden">
            <a:xfrm>
              <a:off x="3175" y="4335463"/>
              <a:ext cx="8166100" cy="1101725"/>
            </a:xfrm>
            <a:custGeom>
              <a:avLst/>
              <a:gdLst/>
              <a:ahLst/>
              <a:cxnLst>
                <a:cxn ang="0">
                  <a:pos x="0" y="70"/>
                </a:cxn>
                <a:cxn ang="0">
                  <a:pos x="0" y="70"/>
                </a:cxn>
                <a:cxn ang="0">
                  <a:pos x="18" y="66"/>
                </a:cxn>
                <a:cxn ang="0">
                  <a:pos x="72" y="56"/>
                </a:cxn>
                <a:cxn ang="0">
                  <a:pos x="164" y="42"/>
                </a:cxn>
                <a:cxn ang="0">
                  <a:pos x="224" y="34"/>
                </a:cxn>
                <a:cxn ang="0">
                  <a:pos x="294" y="26"/>
                </a:cxn>
                <a:cxn ang="0">
                  <a:pos x="372" y="20"/>
                </a:cxn>
                <a:cxn ang="0">
                  <a:pos x="462" y="14"/>
                </a:cxn>
                <a:cxn ang="0">
                  <a:pos x="560" y="8"/>
                </a:cxn>
                <a:cxn ang="0">
                  <a:pos x="670" y="4"/>
                </a:cxn>
                <a:cxn ang="0">
                  <a:pos x="790" y="2"/>
                </a:cxn>
                <a:cxn ang="0">
                  <a:pos x="920" y="0"/>
                </a:cxn>
                <a:cxn ang="0">
                  <a:pos x="1060" y="2"/>
                </a:cxn>
                <a:cxn ang="0">
                  <a:pos x="1210" y="6"/>
                </a:cxn>
                <a:cxn ang="0">
                  <a:pos x="1372" y="14"/>
                </a:cxn>
                <a:cxn ang="0">
                  <a:pos x="1544" y="24"/>
                </a:cxn>
                <a:cxn ang="0">
                  <a:pos x="1726" y="40"/>
                </a:cxn>
                <a:cxn ang="0">
                  <a:pos x="1920" y="58"/>
                </a:cxn>
                <a:cxn ang="0">
                  <a:pos x="2126" y="80"/>
                </a:cxn>
                <a:cxn ang="0">
                  <a:pos x="2342" y="106"/>
                </a:cxn>
                <a:cxn ang="0">
                  <a:pos x="2570" y="138"/>
                </a:cxn>
                <a:cxn ang="0">
                  <a:pos x="2808" y="174"/>
                </a:cxn>
                <a:cxn ang="0">
                  <a:pos x="3058" y="216"/>
                </a:cxn>
                <a:cxn ang="0">
                  <a:pos x="3320" y="266"/>
                </a:cxn>
                <a:cxn ang="0">
                  <a:pos x="3594" y="320"/>
                </a:cxn>
                <a:cxn ang="0">
                  <a:pos x="3880" y="380"/>
                </a:cxn>
                <a:cxn ang="0">
                  <a:pos x="4178" y="448"/>
                </a:cxn>
                <a:cxn ang="0">
                  <a:pos x="4488" y="522"/>
                </a:cxn>
                <a:cxn ang="0">
                  <a:pos x="4810" y="604"/>
                </a:cxn>
                <a:cxn ang="0">
                  <a:pos x="5144" y="694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Freeform 26"/>
            <p:cNvSpPr>
              <a:spLocks/>
            </p:cNvSpPr>
            <p:nvPr/>
          </p:nvSpPr>
          <p:spPr bwMode="hidden">
            <a:xfrm>
              <a:off x="4156075" y="4316413"/>
              <a:ext cx="4940300" cy="927100"/>
            </a:xfrm>
            <a:custGeom>
              <a:avLst/>
              <a:gdLst/>
              <a:ahLst/>
              <a:cxnLst>
                <a:cxn ang="0">
                  <a:pos x="0" y="584"/>
                </a:cxn>
                <a:cxn ang="0">
                  <a:pos x="0" y="584"/>
                </a:cxn>
                <a:cxn ang="0">
                  <a:pos x="90" y="560"/>
                </a:cxn>
                <a:cxn ang="0">
                  <a:pos x="336" y="498"/>
                </a:cxn>
                <a:cxn ang="0">
                  <a:pos x="506" y="456"/>
                </a:cxn>
                <a:cxn ang="0">
                  <a:pos x="702" y="410"/>
                </a:cxn>
                <a:cxn ang="0">
                  <a:pos x="920" y="360"/>
                </a:cxn>
                <a:cxn ang="0">
                  <a:pos x="1154" y="306"/>
                </a:cxn>
                <a:cxn ang="0">
                  <a:pos x="1402" y="254"/>
                </a:cxn>
                <a:cxn ang="0">
                  <a:pos x="1656" y="202"/>
                </a:cxn>
                <a:cxn ang="0">
                  <a:pos x="1916" y="154"/>
                </a:cxn>
                <a:cxn ang="0">
                  <a:pos x="2174" y="108"/>
                </a:cxn>
                <a:cxn ang="0">
                  <a:pos x="2302" y="88"/>
                </a:cxn>
                <a:cxn ang="0">
                  <a:pos x="2426" y="68"/>
                </a:cxn>
                <a:cxn ang="0">
                  <a:pos x="2550" y="52"/>
                </a:cxn>
                <a:cxn ang="0">
                  <a:pos x="2670" y="36"/>
                </a:cxn>
                <a:cxn ang="0">
                  <a:pos x="2788" y="24"/>
                </a:cxn>
                <a:cxn ang="0">
                  <a:pos x="2900" y="14"/>
                </a:cxn>
                <a:cxn ang="0">
                  <a:pos x="3008" y="6"/>
                </a:cxn>
                <a:cxn ang="0">
                  <a:pos x="3112" y="0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 useBgFill="1">
          <p:nvSpPr>
            <p:cNvPr id="20" name="Freeform 19"/>
            <p:cNvSpPr>
              <a:spLocks/>
            </p:cNvSpPr>
            <p:nvPr/>
          </p:nvSpPr>
          <p:spPr bwMode="hidden">
            <a:xfrm>
              <a:off x="-3905250" y="4294188"/>
              <a:ext cx="13011150" cy="1892300"/>
            </a:xfrm>
            <a:custGeom>
              <a:avLst/>
              <a:gdLst/>
              <a:ahLst/>
              <a:cxnLst>
                <a:cxn ang="0">
                  <a:pos x="8192" y="512"/>
                </a:cxn>
                <a:cxn ang="0">
                  <a:pos x="8040" y="570"/>
                </a:cxn>
                <a:cxn ang="0">
                  <a:pos x="7878" y="620"/>
                </a:cxn>
                <a:cxn ang="0">
                  <a:pos x="7706" y="666"/>
                </a:cxn>
                <a:cxn ang="0">
                  <a:pos x="7522" y="702"/>
                </a:cxn>
                <a:cxn ang="0">
                  <a:pos x="7322" y="730"/>
                </a:cxn>
                <a:cxn ang="0">
                  <a:pos x="7106" y="750"/>
                </a:cxn>
                <a:cxn ang="0">
                  <a:pos x="6872" y="762"/>
                </a:cxn>
                <a:cxn ang="0">
                  <a:pos x="6618" y="760"/>
                </a:cxn>
                <a:cxn ang="0">
                  <a:pos x="6342" y="750"/>
                </a:cxn>
                <a:cxn ang="0">
                  <a:pos x="6042" y="726"/>
                </a:cxn>
                <a:cxn ang="0">
                  <a:pos x="5716" y="690"/>
                </a:cxn>
                <a:cxn ang="0">
                  <a:pos x="5364" y="642"/>
                </a:cxn>
                <a:cxn ang="0">
                  <a:pos x="4982" y="578"/>
                </a:cxn>
                <a:cxn ang="0">
                  <a:pos x="4568" y="500"/>
                </a:cxn>
                <a:cxn ang="0">
                  <a:pos x="4122" y="406"/>
                </a:cxn>
                <a:cxn ang="0">
                  <a:pos x="3640" y="296"/>
                </a:cxn>
                <a:cxn ang="0">
                  <a:pos x="3396" y="240"/>
                </a:cxn>
                <a:cxn ang="0">
                  <a:pos x="2934" y="148"/>
                </a:cxn>
                <a:cxn ang="0">
                  <a:pos x="2512" y="82"/>
                </a:cxn>
                <a:cxn ang="0">
                  <a:pos x="2126" y="36"/>
                </a:cxn>
                <a:cxn ang="0">
                  <a:pos x="1776" y="10"/>
                </a:cxn>
                <a:cxn ang="0">
                  <a:pos x="1462" y="0"/>
                </a:cxn>
                <a:cxn ang="0">
                  <a:pos x="1182" y="4"/>
                </a:cxn>
                <a:cxn ang="0">
                  <a:pos x="934" y="20"/>
                </a:cxn>
                <a:cxn ang="0">
                  <a:pos x="716" y="44"/>
                </a:cxn>
                <a:cxn ang="0">
                  <a:pos x="530" y="74"/>
                </a:cxn>
                <a:cxn ang="0">
                  <a:pos x="374" y="108"/>
                </a:cxn>
                <a:cxn ang="0">
                  <a:pos x="248" y="144"/>
                </a:cxn>
                <a:cxn ang="0">
                  <a:pos x="148" y="176"/>
                </a:cxn>
                <a:cxn ang="0">
                  <a:pos x="48" y="216"/>
                </a:cxn>
                <a:cxn ang="0">
                  <a:pos x="0" y="240"/>
                </a:cxn>
                <a:cxn ang="0">
                  <a:pos x="8192" y="1192"/>
                </a:cxn>
                <a:cxn ang="0">
                  <a:pos x="8196" y="1186"/>
                </a:cxn>
                <a:cxn ang="0">
                  <a:pos x="8196" y="510"/>
                </a:cxn>
                <a:cxn ang="0">
                  <a:pos x="8192" y="512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6" y="510"/>
                  </a:lnTo>
                  <a:lnTo>
                    <a:pt x="8192" y="512"/>
                  </a:lnTo>
                  <a:lnTo>
                    <a:pt x="8192" y="512"/>
                  </a:lnTo>
                  <a:close/>
                </a:path>
              </a:pathLst>
            </a:custGeom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1447800"/>
            <a:ext cx="2057400" cy="4487333"/>
          </a:xfrm>
        </p:spPr>
        <p:txBody>
          <a:bodyPr vert="eaVert" anchor="ctr"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x-none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447800"/>
            <a:ext cx="6019800" cy="4487334"/>
          </a:xfrm>
        </p:spPr>
        <p:txBody>
          <a:bodyPr vert="eaVert"/>
          <a:lstStyle>
            <a:lvl1pPr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/>
          <p:cNvSpPr/>
          <p:nvPr/>
        </p:nvSpPr>
        <p:spPr>
          <a:xfrm>
            <a:off x="228600" y="228600"/>
            <a:ext cx="8695944" cy="2468880"/>
          </a:xfrm>
          <a:prstGeom prst="roundRect">
            <a:avLst>
              <a:gd name="adj" fmla="val 336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9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15"/>
          <p:cNvGrpSpPr>
            <a:grpSpLocks noChangeAspect="1"/>
          </p:cNvGrpSpPr>
          <p:nvPr/>
        </p:nvGrpSpPr>
        <p:grpSpPr bwMode="hidden">
          <a:xfrm>
            <a:off x="211665" y="1679429"/>
            <a:ext cx="8723376" cy="1329874"/>
            <a:chOff x="-3905251" y="4294188"/>
            <a:chExt cx="13027839" cy="1892300"/>
          </a:xfrm>
        </p:grpSpPr>
        <p:sp>
          <p:nvSpPr>
            <p:cNvPr id="17" name="Freeform 14"/>
            <p:cNvSpPr>
              <a:spLocks/>
            </p:cNvSpPr>
            <p:nvPr/>
          </p:nvSpPr>
          <p:spPr bwMode="hidden">
            <a:xfrm>
              <a:off x="4810125" y="4500563"/>
              <a:ext cx="4295775" cy="1016000"/>
            </a:xfrm>
            <a:custGeom>
              <a:avLst/>
              <a:gdLst/>
              <a:ahLst/>
              <a:cxnLst>
                <a:cxn ang="0">
                  <a:pos x="2700" y="0"/>
                </a:cxn>
                <a:cxn ang="0">
                  <a:pos x="2700" y="0"/>
                </a:cxn>
                <a:cxn ang="0">
                  <a:pos x="2586" y="18"/>
                </a:cxn>
                <a:cxn ang="0">
                  <a:pos x="2470" y="38"/>
                </a:cxn>
                <a:cxn ang="0">
                  <a:pos x="2352" y="60"/>
                </a:cxn>
                <a:cxn ang="0">
                  <a:pos x="2230" y="82"/>
                </a:cxn>
                <a:cxn ang="0">
                  <a:pos x="2106" y="108"/>
                </a:cxn>
                <a:cxn ang="0">
                  <a:pos x="1978" y="134"/>
                </a:cxn>
                <a:cxn ang="0">
                  <a:pos x="1848" y="164"/>
                </a:cxn>
                <a:cxn ang="0">
                  <a:pos x="1714" y="194"/>
                </a:cxn>
                <a:cxn ang="0">
                  <a:pos x="1714" y="194"/>
                </a:cxn>
                <a:cxn ang="0">
                  <a:pos x="1472" y="252"/>
                </a:cxn>
                <a:cxn ang="0">
                  <a:pos x="1236" y="304"/>
                </a:cxn>
                <a:cxn ang="0">
                  <a:pos x="1010" y="352"/>
                </a:cxn>
                <a:cxn ang="0">
                  <a:pos x="792" y="398"/>
                </a:cxn>
                <a:cxn ang="0">
                  <a:pos x="584" y="438"/>
                </a:cxn>
                <a:cxn ang="0">
                  <a:pos x="382" y="474"/>
                </a:cxn>
                <a:cxn ang="0">
                  <a:pos x="188" y="508"/>
                </a:cxn>
                <a:cxn ang="0">
                  <a:pos x="0" y="538"/>
                </a:cxn>
                <a:cxn ang="0">
                  <a:pos x="0" y="538"/>
                </a:cxn>
                <a:cxn ang="0">
                  <a:pos x="130" y="556"/>
                </a:cxn>
                <a:cxn ang="0">
                  <a:pos x="254" y="572"/>
                </a:cxn>
                <a:cxn ang="0">
                  <a:pos x="374" y="586"/>
                </a:cxn>
                <a:cxn ang="0">
                  <a:pos x="492" y="598"/>
                </a:cxn>
                <a:cxn ang="0">
                  <a:pos x="606" y="610"/>
                </a:cxn>
                <a:cxn ang="0">
                  <a:pos x="716" y="618"/>
                </a:cxn>
                <a:cxn ang="0">
                  <a:pos x="822" y="626"/>
                </a:cxn>
                <a:cxn ang="0">
                  <a:pos x="926" y="632"/>
                </a:cxn>
                <a:cxn ang="0">
                  <a:pos x="1028" y="636"/>
                </a:cxn>
                <a:cxn ang="0">
                  <a:pos x="1126" y="638"/>
                </a:cxn>
                <a:cxn ang="0">
                  <a:pos x="1220" y="640"/>
                </a:cxn>
                <a:cxn ang="0">
                  <a:pos x="1312" y="640"/>
                </a:cxn>
                <a:cxn ang="0">
                  <a:pos x="1402" y="638"/>
                </a:cxn>
                <a:cxn ang="0">
                  <a:pos x="1490" y="636"/>
                </a:cxn>
                <a:cxn ang="0">
                  <a:pos x="1574" y="632"/>
                </a:cxn>
                <a:cxn ang="0">
                  <a:pos x="1656" y="626"/>
                </a:cxn>
                <a:cxn ang="0">
                  <a:pos x="1734" y="620"/>
                </a:cxn>
                <a:cxn ang="0">
                  <a:pos x="1812" y="612"/>
                </a:cxn>
                <a:cxn ang="0">
                  <a:pos x="1886" y="602"/>
                </a:cxn>
                <a:cxn ang="0">
                  <a:pos x="1960" y="592"/>
                </a:cxn>
                <a:cxn ang="0">
                  <a:pos x="2030" y="580"/>
                </a:cxn>
                <a:cxn ang="0">
                  <a:pos x="2100" y="568"/>
                </a:cxn>
                <a:cxn ang="0">
                  <a:pos x="2166" y="554"/>
                </a:cxn>
                <a:cxn ang="0">
                  <a:pos x="2232" y="540"/>
                </a:cxn>
                <a:cxn ang="0">
                  <a:pos x="2296" y="524"/>
                </a:cxn>
                <a:cxn ang="0">
                  <a:pos x="2358" y="508"/>
                </a:cxn>
                <a:cxn ang="0">
                  <a:pos x="2418" y="490"/>
                </a:cxn>
                <a:cxn ang="0">
                  <a:pos x="2478" y="472"/>
                </a:cxn>
                <a:cxn ang="0">
                  <a:pos x="2592" y="432"/>
                </a:cxn>
                <a:cxn ang="0">
                  <a:pos x="2702" y="390"/>
                </a:cxn>
                <a:cxn ang="0">
                  <a:pos x="2702" y="390"/>
                </a:cxn>
                <a:cxn ang="0">
                  <a:pos x="2706" y="388"/>
                </a:cxn>
                <a:cxn ang="0">
                  <a:pos x="2706" y="388"/>
                </a:cxn>
                <a:cxn ang="0">
                  <a:pos x="2706" y="0"/>
                </a:cxn>
                <a:cxn ang="0">
                  <a:pos x="2706" y="0"/>
                </a:cxn>
                <a:cxn ang="0">
                  <a:pos x="2700" y="0"/>
                </a:cxn>
                <a:cxn ang="0">
                  <a:pos x="2700" y="0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6" y="0"/>
                  </a:lnTo>
                  <a:lnTo>
                    <a:pt x="2700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00"/>
              </a:schemeClr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Freeform 18"/>
            <p:cNvSpPr>
              <a:spLocks/>
            </p:cNvSpPr>
            <p:nvPr/>
          </p:nvSpPr>
          <p:spPr bwMode="hidden">
            <a:xfrm>
              <a:off x="-309563" y="4318000"/>
              <a:ext cx="8280401" cy="1209675"/>
            </a:xfrm>
            <a:custGeom>
              <a:avLst/>
              <a:gdLst/>
              <a:ahLst/>
              <a:cxnLst>
                <a:cxn ang="0">
                  <a:pos x="5216" y="714"/>
                </a:cxn>
                <a:cxn ang="0">
                  <a:pos x="4984" y="686"/>
                </a:cxn>
                <a:cxn ang="0">
                  <a:pos x="4478" y="610"/>
                </a:cxn>
                <a:cxn ang="0">
                  <a:pos x="3914" y="508"/>
                </a:cxn>
                <a:cxn ang="0">
                  <a:pos x="3286" y="374"/>
                </a:cxn>
                <a:cxn ang="0">
                  <a:pos x="2946" y="296"/>
                </a:cxn>
                <a:cxn ang="0">
                  <a:pos x="2682" y="236"/>
                </a:cxn>
                <a:cxn ang="0">
                  <a:pos x="2430" y="184"/>
                </a:cxn>
                <a:cxn ang="0">
                  <a:pos x="2190" y="140"/>
                </a:cxn>
                <a:cxn ang="0">
                  <a:pos x="1960" y="102"/>
                </a:cxn>
                <a:cxn ang="0">
                  <a:pos x="1740" y="72"/>
                </a:cxn>
                <a:cxn ang="0">
                  <a:pos x="1334" y="28"/>
                </a:cxn>
                <a:cxn ang="0">
                  <a:pos x="970" y="4"/>
                </a:cxn>
                <a:cxn ang="0">
                  <a:pos x="644" y="0"/>
                </a:cxn>
                <a:cxn ang="0">
                  <a:pos x="358" y="10"/>
                </a:cxn>
                <a:cxn ang="0">
                  <a:pos x="110" y="32"/>
                </a:cxn>
                <a:cxn ang="0">
                  <a:pos x="0" y="48"/>
                </a:cxn>
                <a:cxn ang="0">
                  <a:pos x="314" y="86"/>
                </a:cxn>
                <a:cxn ang="0">
                  <a:pos x="652" y="140"/>
                </a:cxn>
                <a:cxn ang="0">
                  <a:pos x="1014" y="210"/>
                </a:cxn>
                <a:cxn ang="0">
                  <a:pos x="1402" y="296"/>
                </a:cxn>
                <a:cxn ang="0">
                  <a:pos x="1756" y="378"/>
                </a:cxn>
                <a:cxn ang="0">
                  <a:pos x="2408" y="516"/>
                </a:cxn>
                <a:cxn ang="0">
                  <a:pos x="2708" y="572"/>
                </a:cxn>
                <a:cxn ang="0">
                  <a:pos x="2992" y="620"/>
                </a:cxn>
                <a:cxn ang="0">
                  <a:pos x="3260" y="662"/>
                </a:cxn>
                <a:cxn ang="0">
                  <a:pos x="3512" y="694"/>
                </a:cxn>
                <a:cxn ang="0">
                  <a:pos x="3750" y="722"/>
                </a:cxn>
                <a:cxn ang="0">
                  <a:pos x="3974" y="740"/>
                </a:cxn>
                <a:cxn ang="0">
                  <a:pos x="4184" y="754"/>
                </a:cxn>
                <a:cxn ang="0">
                  <a:pos x="4384" y="762"/>
                </a:cxn>
                <a:cxn ang="0">
                  <a:pos x="4570" y="762"/>
                </a:cxn>
                <a:cxn ang="0">
                  <a:pos x="4746" y="758"/>
                </a:cxn>
                <a:cxn ang="0">
                  <a:pos x="4912" y="748"/>
                </a:cxn>
                <a:cxn ang="0">
                  <a:pos x="5068" y="732"/>
                </a:cxn>
                <a:cxn ang="0">
                  <a:pos x="5216" y="714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40000"/>
              </a:schemeClr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Freeform 22"/>
            <p:cNvSpPr>
              <a:spLocks/>
            </p:cNvSpPr>
            <p:nvPr/>
          </p:nvSpPr>
          <p:spPr bwMode="hidden">
            <a:xfrm>
              <a:off x="3175" y="4335463"/>
              <a:ext cx="8166100" cy="1101725"/>
            </a:xfrm>
            <a:custGeom>
              <a:avLst/>
              <a:gdLst/>
              <a:ahLst/>
              <a:cxnLst>
                <a:cxn ang="0">
                  <a:pos x="0" y="70"/>
                </a:cxn>
                <a:cxn ang="0">
                  <a:pos x="0" y="70"/>
                </a:cxn>
                <a:cxn ang="0">
                  <a:pos x="18" y="66"/>
                </a:cxn>
                <a:cxn ang="0">
                  <a:pos x="72" y="56"/>
                </a:cxn>
                <a:cxn ang="0">
                  <a:pos x="164" y="42"/>
                </a:cxn>
                <a:cxn ang="0">
                  <a:pos x="224" y="34"/>
                </a:cxn>
                <a:cxn ang="0">
                  <a:pos x="294" y="26"/>
                </a:cxn>
                <a:cxn ang="0">
                  <a:pos x="372" y="20"/>
                </a:cxn>
                <a:cxn ang="0">
                  <a:pos x="462" y="14"/>
                </a:cxn>
                <a:cxn ang="0">
                  <a:pos x="560" y="8"/>
                </a:cxn>
                <a:cxn ang="0">
                  <a:pos x="670" y="4"/>
                </a:cxn>
                <a:cxn ang="0">
                  <a:pos x="790" y="2"/>
                </a:cxn>
                <a:cxn ang="0">
                  <a:pos x="920" y="0"/>
                </a:cxn>
                <a:cxn ang="0">
                  <a:pos x="1060" y="2"/>
                </a:cxn>
                <a:cxn ang="0">
                  <a:pos x="1210" y="6"/>
                </a:cxn>
                <a:cxn ang="0">
                  <a:pos x="1372" y="14"/>
                </a:cxn>
                <a:cxn ang="0">
                  <a:pos x="1544" y="24"/>
                </a:cxn>
                <a:cxn ang="0">
                  <a:pos x="1726" y="40"/>
                </a:cxn>
                <a:cxn ang="0">
                  <a:pos x="1920" y="58"/>
                </a:cxn>
                <a:cxn ang="0">
                  <a:pos x="2126" y="80"/>
                </a:cxn>
                <a:cxn ang="0">
                  <a:pos x="2342" y="106"/>
                </a:cxn>
                <a:cxn ang="0">
                  <a:pos x="2570" y="138"/>
                </a:cxn>
                <a:cxn ang="0">
                  <a:pos x="2808" y="174"/>
                </a:cxn>
                <a:cxn ang="0">
                  <a:pos x="3058" y="216"/>
                </a:cxn>
                <a:cxn ang="0">
                  <a:pos x="3320" y="266"/>
                </a:cxn>
                <a:cxn ang="0">
                  <a:pos x="3594" y="320"/>
                </a:cxn>
                <a:cxn ang="0">
                  <a:pos x="3880" y="380"/>
                </a:cxn>
                <a:cxn ang="0">
                  <a:pos x="4178" y="448"/>
                </a:cxn>
                <a:cxn ang="0">
                  <a:pos x="4488" y="522"/>
                </a:cxn>
                <a:cxn ang="0">
                  <a:pos x="4810" y="604"/>
                </a:cxn>
                <a:cxn ang="0">
                  <a:pos x="5144" y="694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Freeform 26"/>
            <p:cNvSpPr>
              <a:spLocks/>
            </p:cNvSpPr>
            <p:nvPr/>
          </p:nvSpPr>
          <p:spPr bwMode="hidden">
            <a:xfrm>
              <a:off x="4156075" y="4316413"/>
              <a:ext cx="4940300" cy="927100"/>
            </a:xfrm>
            <a:custGeom>
              <a:avLst/>
              <a:gdLst/>
              <a:ahLst/>
              <a:cxnLst>
                <a:cxn ang="0">
                  <a:pos x="0" y="584"/>
                </a:cxn>
                <a:cxn ang="0">
                  <a:pos x="0" y="584"/>
                </a:cxn>
                <a:cxn ang="0">
                  <a:pos x="90" y="560"/>
                </a:cxn>
                <a:cxn ang="0">
                  <a:pos x="336" y="498"/>
                </a:cxn>
                <a:cxn ang="0">
                  <a:pos x="506" y="456"/>
                </a:cxn>
                <a:cxn ang="0">
                  <a:pos x="702" y="410"/>
                </a:cxn>
                <a:cxn ang="0">
                  <a:pos x="920" y="360"/>
                </a:cxn>
                <a:cxn ang="0">
                  <a:pos x="1154" y="306"/>
                </a:cxn>
                <a:cxn ang="0">
                  <a:pos x="1402" y="254"/>
                </a:cxn>
                <a:cxn ang="0">
                  <a:pos x="1656" y="202"/>
                </a:cxn>
                <a:cxn ang="0">
                  <a:pos x="1916" y="154"/>
                </a:cxn>
                <a:cxn ang="0">
                  <a:pos x="2174" y="108"/>
                </a:cxn>
                <a:cxn ang="0">
                  <a:pos x="2302" y="88"/>
                </a:cxn>
                <a:cxn ang="0">
                  <a:pos x="2426" y="68"/>
                </a:cxn>
                <a:cxn ang="0">
                  <a:pos x="2550" y="52"/>
                </a:cxn>
                <a:cxn ang="0">
                  <a:pos x="2670" y="36"/>
                </a:cxn>
                <a:cxn ang="0">
                  <a:pos x="2788" y="24"/>
                </a:cxn>
                <a:cxn ang="0">
                  <a:pos x="2900" y="14"/>
                </a:cxn>
                <a:cxn ang="0">
                  <a:pos x="3008" y="6"/>
                </a:cxn>
                <a:cxn ang="0">
                  <a:pos x="3112" y="0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 useBgFill="1">
          <p:nvSpPr>
            <p:cNvPr id="21" name="Freeform 10"/>
            <p:cNvSpPr>
              <a:spLocks/>
            </p:cNvSpPr>
            <p:nvPr/>
          </p:nvSpPr>
          <p:spPr bwMode="hidden">
            <a:xfrm>
              <a:off x="-3905251" y="4294188"/>
              <a:ext cx="13027839" cy="1892300"/>
            </a:xfrm>
            <a:custGeom>
              <a:avLst/>
              <a:gdLst/>
              <a:ahLst/>
              <a:cxnLst>
                <a:cxn ang="0">
                  <a:pos x="8192" y="512"/>
                </a:cxn>
                <a:cxn ang="0">
                  <a:pos x="8040" y="570"/>
                </a:cxn>
                <a:cxn ang="0">
                  <a:pos x="7878" y="620"/>
                </a:cxn>
                <a:cxn ang="0">
                  <a:pos x="7706" y="666"/>
                </a:cxn>
                <a:cxn ang="0">
                  <a:pos x="7522" y="702"/>
                </a:cxn>
                <a:cxn ang="0">
                  <a:pos x="7322" y="730"/>
                </a:cxn>
                <a:cxn ang="0">
                  <a:pos x="7106" y="750"/>
                </a:cxn>
                <a:cxn ang="0">
                  <a:pos x="6872" y="762"/>
                </a:cxn>
                <a:cxn ang="0">
                  <a:pos x="6618" y="760"/>
                </a:cxn>
                <a:cxn ang="0">
                  <a:pos x="6342" y="750"/>
                </a:cxn>
                <a:cxn ang="0">
                  <a:pos x="6042" y="726"/>
                </a:cxn>
                <a:cxn ang="0">
                  <a:pos x="5716" y="690"/>
                </a:cxn>
                <a:cxn ang="0">
                  <a:pos x="5364" y="642"/>
                </a:cxn>
                <a:cxn ang="0">
                  <a:pos x="4982" y="578"/>
                </a:cxn>
                <a:cxn ang="0">
                  <a:pos x="4568" y="500"/>
                </a:cxn>
                <a:cxn ang="0">
                  <a:pos x="4122" y="406"/>
                </a:cxn>
                <a:cxn ang="0">
                  <a:pos x="3640" y="296"/>
                </a:cxn>
                <a:cxn ang="0">
                  <a:pos x="3396" y="240"/>
                </a:cxn>
                <a:cxn ang="0">
                  <a:pos x="2934" y="148"/>
                </a:cxn>
                <a:cxn ang="0">
                  <a:pos x="2512" y="82"/>
                </a:cxn>
                <a:cxn ang="0">
                  <a:pos x="2126" y="36"/>
                </a:cxn>
                <a:cxn ang="0">
                  <a:pos x="1776" y="10"/>
                </a:cxn>
                <a:cxn ang="0">
                  <a:pos x="1462" y="0"/>
                </a:cxn>
                <a:cxn ang="0">
                  <a:pos x="1182" y="4"/>
                </a:cxn>
                <a:cxn ang="0">
                  <a:pos x="934" y="20"/>
                </a:cxn>
                <a:cxn ang="0">
                  <a:pos x="716" y="44"/>
                </a:cxn>
                <a:cxn ang="0">
                  <a:pos x="530" y="74"/>
                </a:cxn>
                <a:cxn ang="0">
                  <a:pos x="374" y="108"/>
                </a:cxn>
                <a:cxn ang="0">
                  <a:pos x="248" y="144"/>
                </a:cxn>
                <a:cxn ang="0">
                  <a:pos x="148" y="176"/>
                </a:cxn>
                <a:cxn ang="0">
                  <a:pos x="48" y="216"/>
                </a:cxn>
                <a:cxn ang="0">
                  <a:pos x="0" y="240"/>
                </a:cxn>
                <a:cxn ang="0">
                  <a:pos x="8192" y="1192"/>
                </a:cxn>
                <a:cxn ang="0">
                  <a:pos x="8196" y="1186"/>
                </a:cxn>
                <a:cxn ang="0">
                  <a:pos x="8196" y="510"/>
                </a:cxn>
                <a:cxn ang="0">
                  <a:pos x="8192" y="512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6" y="510"/>
                  </a:lnTo>
                  <a:lnTo>
                    <a:pt x="8192" y="512"/>
                  </a:lnTo>
                  <a:lnTo>
                    <a:pt x="8192" y="512"/>
                  </a:lnTo>
                  <a:close/>
                </a:path>
              </a:pathLst>
            </a:custGeom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338328"/>
            <a:ext cx="8229600" cy="12527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x-none" smtClean="0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63672" y="6250164"/>
            <a:ext cx="378669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2"/>
                </a:solidFill>
              </a:defRPr>
            </a:lvl1pPr>
          </a:lstStyle>
          <a:p>
            <a:fld id="{9BBCC4D2-1A54-7D41-9756-4EC7A9F34212}" type="datetimeFigureOut">
              <a:rPr lang="en-US" smtClean="0"/>
              <a:t>1/27/15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3638" y="6250164"/>
            <a:ext cx="378669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991088" y="6250163"/>
            <a:ext cx="116182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2"/>
                </a:solidFill>
              </a:defRPr>
            </a:lvl1pPr>
          </a:lstStyle>
          <a:p>
            <a:fld id="{208F990B-2EB2-614F-A0AE-0C876CF3E6C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2067" y="2675467"/>
            <a:ext cx="7408333" cy="345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rgbClr val="FFFFFF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74320" indent="-274320" algn="l" defTabSz="914400" rtl="0" eaLnBrk="1" latinLnBrk="0" hangingPunct="1">
        <a:spcBef>
          <a:spcPct val="20000"/>
        </a:spcBef>
        <a:buClr>
          <a:schemeClr val="accent1"/>
        </a:buClr>
        <a:buSzPct val="100000"/>
        <a:buFont typeface="Symbol" pitchFamily="18" charset="2"/>
        <a:buChar char=""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576263" indent="-274320" algn="l" defTabSz="914400" rtl="0" eaLnBrk="1" latinLnBrk="0" hangingPunct="1">
        <a:spcBef>
          <a:spcPct val="20000"/>
        </a:spcBef>
        <a:buClr>
          <a:schemeClr val="accent1"/>
        </a:buClr>
        <a:buSzPct val="100000"/>
        <a:buFont typeface="Symbol" pitchFamily="18" charset="2"/>
        <a:buChar char=""/>
        <a:defRPr sz="2200" kern="1200">
          <a:solidFill>
            <a:schemeClr val="tx2"/>
          </a:solidFill>
          <a:latin typeface="+mn-lt"/>
          <a:ea typeface="+mn-ea"/>
          <a:cs typeface="+mn-cs"/>
        </a:defRPr>
      </a:lvl2pPr>
      <a:lvl3pPr marL="855663" indent="-228600" algn="l" defTabSz="914400" rtl="0" eaLnBrk="1" latinLnBrk="0" hangingPunct="1">
        <a:spcBef>
          <a:spcPct val="20000"/>
        </a:spcBef>
        <a:buClr>
          <a:schemeClr val="accent1"/>
        </a:buClr>
        <a:buSzPct val="100000"/>
        <a:buFont typeface="Symbol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143000" indent="-228600" algn="l" defTabSz="914400" rtl="0" eaLnBrk="1" latinLnBrk="0" hangingPunct="1">
        <a:spcBef>
          <a:spcPct val="20000"/>
        </a:spcBef>
        <a:buClr>
          <a:schemeClr val="accent1"/>
        </a:buClr>
        <a:buSzPct val="100000"/>
        <a:buFont typeface="Symbol" pitchFamily="18" charset="2"/>
        <a:buChar char="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1463040" indent="-228600" algn="l" defTabSz="914400" rtl="0" eaLnBrk="1" latinLnBrk="0" hangingPunct="1">
        <a:spcBef>
          <a:spcPct val="20000"/>
        </a:spcBef>
        <a:buClr>
          <a:schemeClr val="accent1"/>
        </a:buClr>
        <a:buSzPct val="100000"/>
        <a:buFont typeface="Symbol" pitchFamily="18" charset="2"/>
        <a:buChar char="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1783080" indent="-228600" algn="l" defTabSz="914400" rtl="0" eaLnBrk="1" latinLnBrk="0" hangingPunct="1">
        <a:spcBef>
          <a:spcPts val="384"/>
        </a:spcBef>
        <a:buClr>
          <a:schemeClr val="accent1"/>
        </a:buClr>
        <a:buFont typeface="Symbol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2103120" indent="-228600" algn="l" defTabSz="914400" rtl="0" eaLnBrk="1" latinLnBrk="0" hangingPunct="1">
        <a:spcBef>
          <a:spcPts val="384"/>
        </a:spcBef>
        <a:buClr>
          <a:schemeClr val="accent1"/>
        </a:buClr>
        <a:buFont typeface="Symbol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2423160" indent="-228600" algn="l" defTabSz="914400" rtl="0" eaLnBrk="1" latinLnBrk="0" hangingPunct="1">
        <a:spcBef>
          <a:spcPts val="384"/>
        </a:spcBef>
        <a:buClr>
          <a:schemeClr val="accent1"/>
        </a:buClr>
        <a:buFont typeface="Symbol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2743200" indent="-228600" algn="l" defTabSz="914400" rtl="0" eaLnBrk="1" latinLnBrk="0" hangingPunct="1">
        <a:spcBef>
          <a:spcPts val="384"/>
        </a:spcBef>
        <a:buClr>
          <a:schemeClr val="accent1"/>
        </a:buClr>
        <a:buFont typeface="Symbol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mailto:dickson.tsai+cs61a@berkeley.edu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mailto:dickson.tsai+cs61a@berkeley.edu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Lab 2</a:t>
            </a:r>
            <a:br>
              <a:rPr lang="en-US" dirty="0" smtClean="0"/>
            </a:br>
            <a:r>
              <a:rPr lang="en-US" dirty="0" smtClean="0"/>
              <a:t>Expressions and Control Structures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556001"/>
            <a:ext cx="6400800" cy="1864626"/>
          </a:xfrm>
        </p:spPr>
        <p:txBody>
          <a:bodyPr>
            <a:normAutofit/>
          </a:bodyPr>
          <a:lstStyle/>
          <a:p>
            <a:r>
              <a:rPr lang="en-US" dirty="0" smtClean="0"/>
              <a:t>CS61A Sections 13/26</a:t>
            </a:r>
          </a:p>
          <a:p>
            <a:r>
              <a:rPr lang="en-US" dirty="0" smtClean="0"/>
              <a:t>Dickson Tsai</a:t>
            </a:r>
          </a:p>
          <a:p>
            <a:r>
              <a:rPr lang="en-US" dirty="0" smtClean="0">
                <a:hlinkClick r:id="rId2"/>
              </a:rPr>
              <a:t>dickson.tsai+cs61a@berkeley.edu</a:t>
            </a:r>
            <a:endParaRPr lang="en-US" dirty="0" smtClean="0"/>
          </a:p>
          <a:p>
            <a:r>
              <a:rPr lang="en-US" dirty="0" err="1" smtClean="0"/>
              <a:t>dicksontsai.com</a:t>
            </a:r>
            <a:r>
              <a:rPr lang="en-US" dirty="0" smtClean="0"/>
              <a:t>/cs61a</a:t>
            </a:r>
          </a:p>
          <a:p>
            <a:r>
              <a:rPr lang="en-US" dirty="0" smtClean="0"/>
              <a:t>OH: M 4-5pm, </a:t>
            </a:r>
            <a:r>
              <a:rPr lang="en-US" dirty="0" err="1" smtClean="0"/>
              <a:t>Th</a:t>
            </a:r>
            <a:r>
              <a:rPr lang="en-US" dirty="0" smtClean="0"/>
              <a:t> 2-4pm </a:t>
            </a:r>
            <a:r>
              <a:rPr lang="en-US" dirty="0" err="1" smtClean="0"/>
              <a:t>Garbarini</a:t>
            </a:r>
            <a:r>
              <a:rPr lang="en-US" dirty="0" smtClean="0"/>
              <a:t> Lounge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86507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72109" y="2675467"/>
            <a:ext cx="8616789" cy="3879182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dirty="0" smtClean="0"/>
              <a:t>Find a partner. You will submit a file with your partner.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 smtClean="0"/>
              <a:t>For help/</a:t>
            </a:r>
            <a:r>
              <a:rPr lang="en-US" dirty="0" err="1" smtClean="0"/>
              <a:t>checkoff</a:t>
            </a:r>
            <a:r>
              <a:rPr lang="en-US" dirty="0" smtClean="0"/>
              <a:t>: We will have several exhibits set up, based on topic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 smtClean="0"/>
              <a:t>You are encouraged to demonstrate your mastery of the material to all exhibits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 smtClean="0"/>
              <a:t>You should visit exhibits with your partner, not alone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 smtClean="0"/>
              <a:t>A lab assistant will be at each exhibit to check your progress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labs will work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3258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872067" y="2675467"/>
            <a:ext cx="7814733" cy="3879182"/>
          </a:xfrm>
        </p:spPr>
        <p:txBody>
          <a:bodyPr>
            <a:normAutofit lnSpcReduction="1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dirty="0" smtClean="0"/>
              <a:t>Collaborate with people working on the same problem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 smtClean="0"/>
              <a:t>Collaborate more with your partner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 smtClean="0"/>
              <a:t>Practice becoming unstuck before walking to LA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 smtClean="0"/>
              <a:t>Mastery learning: lab assistants will discuss the topics with you/ask </a:t>
            </a:r>
            <a:r>
              <a:rPr lang="en-US" dirty="0" err="1" smtClean="0"/>
              <a:t>followup</a:t>
            </a:r>
            <a:r>
              <a:rPr lang="en-US" dirty="0" smtClean="0"/>
              <a:t> questions so you can build mastery of the topics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 smtClean="0"/>
          </a:p>
          <a:p>
            <a:pPr marL="457200" indent="-457200">
              <a:buFont typeface="+mj-lt"/>
              <a:buAutoNum type="arabicPeriod"/>
            </a:pPr>
            <a:r>
              <a:rPr lang="en-US" dirty="0" smtClean="0"/>
              <a:t>This is a novel way of offering assistance, so please give me feedback! (</a:t>
            </a:r>
            <a:r>
              <a:rPr lang="en-US" dirty="0" smtClean="0">
                <a:hlinkClick r:id="rId2"/>
              </a:rPr>
              <a:t>dickson.tsai+cs61a@berkeley.edu</a:t>
            </a:r>
            <a:r>
              <a:rPr lang="en-US" dirty="0" smtClean="0"/>
              <a:t>). </a:t>
            </a:r>
          </a:p>
          <a:p>
            <a:pPr marL="759143" lvl="1" indent="-457200">
              <a:buFont typeface="+mj-lt"/>
              <a:buAutoNum type="arabicPeriod"/>
            </a:pPr>
            <a:r>
              <a:rPr lang="en-US" dirty="0" smtClean="0"/>
              <a:t>I won’t be offended by your suggestions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Motivation for Exhibits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9924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7437648"/>
              </p:ext>
            </p:extLst>
          </p:nvPr>
        </p:nvGraphicFramePr>
        <p:xfrm>
          <a:off x="2" y="2674938"/>
          <a:ext cx="8686800" cy="40304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737360"/>
                <a:gridCol w="1737360"/>
                <a:gridCol w="1737360"/>
                <a:gridCol w="1737360"/>
              </a:tblGrid>
              <a:tr h="94724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Exhibit 2</a:t>
                      </a:r>
                    </a:p>
                    <a:p>
                      <a:r>
                        <a:rPr lang="en-US" dirty="0" smtClean="0"/>
                        <a:t>Pure vs. Non-pure (Q3)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Exhibit 3*</a:t>
                      </a:r>
                    </a:p>
                    <a:p>
                      <a:r>
                        <a:rPr lang="en-US" dirty="0" smtClean="0"/>
                        <a:t>Boolean Operators</a:t>
                      </a:r>
                    </a:p>
                    <a:p>
                      <a:r>
                        <a:rPr lang="en-US" dirty="0" smtClean="0"/>
                        <a:t>(Q4-6)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Exhibit 4</a:t>
                      </a:r>
                    </a:p>
                    <a:p>
                      <a:r>
                        <a:rPr lang="en-US" dirty="0" smtClean="0"/>
                        <a:t>Control WWPP</a:t>
                      </a:r>
                      <a:r>
                        <a:rPr lang="en-US" baseline="0" dirty="0" smtClean="0"/>
                        <a:t> (Q7-8)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Exhibit 5*</a:t>
                      </a:r>
                    </a:p>
                    <a:p>
                      <a:r>
                        <a:rPr lang="en-US" dirty="0" smtClean="0"/>
                        <a:t>Factor This II</a:t>
                      </a:r>
                    </a:p>
                    <a:p>
                      <a:r>
                        <a:rPr lang="en-US" dirty="0" smtClean="0"/>
                        <a:t>(Q9)</a:t>
                      </a:r>
                    </a:p>
                    <a:p>
                      <a:endParaRPr lang="en-US" dirty="0"/>
                    </a:p>
                  </a:txBody>
                  <a:tcPr/>
                </a:tc>
              </a:tr>
              <a:tr h="947247">
                <a:tc>
                  <a:txBody>
                    <a:bodyPr/>
                    <a:lstStyle/>
                    <a:p>
                      <a:r>
                        <a:rPr lang="en-US" dirty="0" smtClean="0"/>
                        <a:t>Exhibit</a:t>
                      </a:r>
                      <a:r>
                        <a:rPr lang="en-US" baseline="0" dirty="0" smtClean="0"/>
                        <a:t> 1</a:t>
                      </a:r>
                    </a:p>
                    <a:p>
                      <a:r>
                        <a:rPr lang="en-US" baseline="0" dirty="0" smtClean="0"/>
                        <a:t>Expressions (Q1, 2)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Exhibit 6*</a:t>
                      </a:r>
                    </a:p>
                    <a:p>
                      <a:r>
                        <a:rPr lang="en-US" dirty="0" smtClean="0"/>
                        <a:t>Fibonacci (Q10)</a:t>
                      </a:r>
                    </a:p>
                  </a:txBody>
                  <a:tcPr/>
                </a:tc>
              </a:tr>
              <a:tr h="947247">
                <a:tc>
                  <a:txBody>
                    <a:bodyPr/>
                    <a:lstStyle/>
                    <a:p>
                      <a:r>
                        <a:rPr lang="en-US" dirty="0" smtClean="0"/>
                        <a:t>Exhibit 0+</a:t>
                      </a:r>
                    </a:p>
                    <a:p>
                      <a:r>
                        <a:rPr lang="en-US" dirty="0" smtClean="0"/>
                        <a:t>Using</a:t>
                      </a:r>
                      <a:r>
                        <a:rPr lang="en-US" baseline="0" dirty="0" smtClean="0"/>
                        <a:t> Python</a:t>
                      </a:r>
                      <a:endParaRPr lang="en-US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Exhibit 7</a:t>
                      </a:r>
                    </a:p>
                    <a:p>
                      <a:r>
                        <a:rPr lang="en-US" dirty="0" smtClean="0"/>
                        <a:t>Extra Questions </a:t>
                      </a:r>
                    </a:p>
                  </a:txBody>
                  <a:tcPr/>
                </a:tc>
              </a:tr>
              <a:tr h="94724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Door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Exhibit 8</a:t>
                      </a:r>
                      <a:r>
                        <a:rPr lang="en-US" baseline="0" dirty="0" smtClean="0"/>
                        <a:t> – </a:t>
                      </a:r>
                    </a:p>
                    <a:p>
                      <a:r>
                        <a:rPr lang="en-US" baseline="0" dirty="0" smtClean="0"/>
                        <a:t>Homework Exhibit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Exhibit Map 271 Soda</a:t>
            </a: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457200" y="2044463"/>
            <a:ext cx="78194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tx2"/>
                </a:solidFill>
              </a:rPr>
              <a:t>+ = New to programming, * = required for lab submission</a:t>
            </a:r>
            <a:endParaRPr lang="en-US" sz="2400" b="1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0198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01725816"/>
              </p:ext>
            </p:extLst>
          </p:nvPr>
        </p:nvGraphicFramePr>
        <p:xfrm>
          <a:off x="1111114" y="2674938"/>
          <a:ext cx="6949440" cy="40304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737360"/>
                <a:gridCol w="1737360"/>
                <a:gridCol w="1737360"/>
              </a:tblGrid>
              <a:tr h="947247">
                <a:tc>
                  <a:txBody>
                    <a:bodyPr/>
                    <a:lstStyle/>
                    <a:p>
                      <a:r>
                        <a:rPr lang="en-US" dirty="0" smtClean="0"/>
                        <a:t>Exhibit 2</a:t>
                      </a:r>
                    </a:p>
                    <a:p>
                      <a:r>
                        <a:rPr lang="en-US" dirty="0" smtClean="0"/>
                        <a:t>Pure vs. Non-pure (Q3)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Exhibit 3*</a:t>
                      </a:r>
                    </a:p>
                    <a:p>
                      <a:r>
                        <a:rPr lang="en-US" dirty="0" smtClean="0"/>
                        <a:t>Boolean Operators</a:t>
                      </a:r>
                    </a:p>
                    <a:p>
                      <a:r>
                        <a:rPr lang="en-US" dirty="0" smtClean="0"/>
                        <a:t>(Q4-6)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Exhibit 4</a:t>
                      </a:r>
                    </a:p>
                    <a:p>
                      <a:r>
                        <a:rPr lang="en-US" dirty="0" smtClean="0"/>
                        <a:t>Control WWPP</a:t>
                      </a:r>
                      <a:r>
                        <a:rPr lang="en-US" baseline="0" dirty="0" smtClean="0"/>
                        <a:t> (Q7-8)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Exhibit 5*</a:t>
                      </a:r>
                    </a:p>
                    <a:p>
                      <a:r>
                        <a:rPr lang="en-US" dirty="0" smtClean="0"/>
                        <a:t>Factor This II</a:t>
                      </a:r>
                    </a:p>
                    <a:p>
                      <a:r>
                        <a:rPr lang="en-US" dirty="0" smtClean="0"/>
                        <a:t>(Q9)</a:t>
                      </a:r>
                    </a:p>
                    <a:p>
                      <a:endParaRPr lang="en-US" dirty="0"/>
                    </a:p>
                  </a:txBody>
                  <a:tcPr/>
                </a:tc>
              </a:tr>
              <a:tr h="947247">
                <a:tc>
                  <a:txBody>
                    <a:bodyPr/>
                    <a:lstStyle/>
                    <a:p>
                      <a:r>
                        <a:rPr lang="en-US" dirty="0" smtClean="0"/>
                        <a:t>Exhibit</a:t>
                      </a:r>
                      <a:r>
                        <a:rPr lang="en-US" baseline="0" dirty="0" smtClean="0"/>
                        <a:t> 1</a:t>
                      </a:r>
                    </a:p>
                    <a:p>
                      <a:r>
                        <a:rPr lang="en-US" baseline="0" dirty="0" smtClean="0"/>
                        <a:t>Expressions (Q1, 2)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Exhibit 6*</a:t>
                      </a:r>
                    </a:p>
                    <a:p>
                      <a:r>
                        <a:rPr lang="en-US" dirty="0" smtClean="0"/>
                        <a:t>Fibonacci (Q10)</a:t>
                      </a:r>
                    </a:p>
                  </a:txBody>
                  <a:tcPr/>
                </a:tc>
              </a:tr>
              <a:tr h="947247">
                <a:tc>
                  <a:txBody>
                    <a:bodyPr/>
                    <a:lstStyle/>
                    <a:p>
                      <a:r>
                        <a:rPr lang="en-US" dirty="0" smtClean="0"/>
                        <a:t>Exhibit 0+</a:t>
                      </a:r>
                    </a:p>
                    <a:p>
                      <a:r>
                        <a:rPr lang="en-US" dirty="0" smtClean="0"/>
                        <a:t>Using</a:t>
                      </a:r>
                      <a:r>
                        <a:rPr lang="en-US" baseline="0" dirty="0" smtClean="0"/>
                        <a:t> Python</a:t>
                      </a:r>
                      <a:endParaRPr lang="en-US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Exhibit 7</a:t>
                      </a:r>
                    </a:p>
                    <a:p>
                      <a:r>
                        <a:rPr lang="en-US" dirty="0" smtClean="0"/>
                        <a:t>Extra Questions </a:t>
                      </a:r>
                    </a:p>
                  </a:txBody>
                  <a:tcPr/>
                </a:tc>
              </a:tr>
              <a:tr h="947247">
                <a:tc>
                  <a:txBody>
                    <a:bodyPr/>
                    <a:lstStyle/>
                    <a:p>
                      <a:r>
                        <a:rPr lang="en-US" dirty="0" smtClean="0"/>
                        <a:t>Door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Exhibit 8</a:t>
                      </a:r>
                      <a:r>
                        <a:rPr lang="en-US" baseline="0" dirty="0" smtClean="0"/>
                        <a:t> – </a:t>
                      </a:r>
                    </a:p>
                    <a:p>
                      <a:r>
                        <a:rPr lang="en-US" baseline="0" dirty="0" smtClean="0"/>
                        <a:t>Homework Exhibit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Door</a:t>
                      </a:r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Exhibit Map 273 Soda</a:t>
            </a: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457200" y="2044463"/>
            <a:ext cx="78194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tx2"/>
                </a:solidFill>
              </a:rPr>
              <a:t>+ = New to programming, * = required for lab submission</a:t>
            </a:r>
            <a:endParaRPr lang="en-US" sz="2400" b="1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767562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aveform">
  <a:themeElements>
    <a:clrScheme name="Waveform">
      <a:dk1>
        <a:sysClr val="windowText" lastClr="000000"/>
      </a:dk1>
      <a:lt1>
        <a:sysClr val="window" lastClr="FFFFFF"/>
      </a:lt1>
      <a:dk2>
        <a:srgbClr val="073E87"/>
      </a:dk2>
      <a:lt2>
        <a:srgbClr val="C6E7FC"/>
      </a:lt2>
      <a:accent1>
        <a:srgbClr val="31B6FD"/>
      </a:accent1>
      <a:accent2>
        <a:srgbClr val="4584D3"/>
      </a:accent2>
      <a:accent3>
        <a:srgbClr val="5BD078"/>
      </a:accent3>
      <a:accent4>
        <a:srgbClr val="A5D028"/>
      </a:accent4>
      <a:accent5>
        <a:srgbClr val="F5C040"/>
      </a:accent5>
      <a:accent6>
        <a:srgbClr val="05E0DB"/>
      </a:accent6>
      <a:hlink>
        <a:srgbClr val="0080FF"/>
      </a:hlink>
      <a:folHlink>
        <a:srgbClr val="5EAEFF"/>
      </a:folHlink>
    </a:clrScheme>
    <a:fontScheme name="Waveform">
      <a:majorFont>
        <a:latin typeface="Candara"/>
        <a:ea typeface=""/>
        <a:cs typeface=""/>
        <a:font script="Jpan" typeface="HGP明朝E"/>
        <a:font script="Hang" typeface="HY그래픽M"/>
        <a:font script="Hans" typeface="华文新魏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HGP明朝E"/>
        <a:font script="Hang" typeface="HY그래픽M"/>
        <a:font script="Hans" typeface="华文楷体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aveform">
      <a:fillStyleLst>
        <a:solidFill>
          <a:schemeClr val="phClr"/>
        </a:solidFill>
        <a:gradFill rotWithShape="1">
          <a:gsLst>
            <a:gs pos="0">
              <a:schemeClr val="phClr">
                <a:tint val="0"/>
              </a:schemeClr>
            </a:gs>
            <a:gs pos="44000">
              <a:schemeClr val="phClr">
                <a:tint val="60000"/>
                <a:satMod val="120000"/>
              </a:schemeClr>
            </a:gs>
            <a:gs pos="100000">
              <a:schemeClr val="phClr">
                <a:tint val="90000"/>
                <a:alpha val="100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20000"/>
                <a:lumMod val="120000"/>
              </a:schemeClr>
            </a:gs>
            <a:gs pos="100000">
              <a:schemeClr val="phClr">
                <a:shade val="89000"/>
                <a:lumMod val="9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>
              <a:shade val="75000"/>
              <a:lumMod val="8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prstMaterial="flat">
            <a:bevelT w="12700" h="12700"/>
          </a:sp3d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contourW="19050" prstMaterial="flat">
            <a:bevelT w="63500" h="63500"/>
            <a:contourClr>
              <a:schemeClr val="phClr">
                <a:shade val="25000"/>
                <a:satMod val="18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40000">
              <a:schemeClr val="phClr">
                <a:tint val="94000"/>
                <a:shade val="94000"/>
                <a:alpha val="100000"/>
                <a:satMod val="114000"/>
                <a:lumMod val="114000"/>
              </a:schemeClr>
            </a:gs>
            <a:gs pos="74000">
              <a:schemeClr val="phClr">
                <a:tint val="94000"/>
                <a:shade val="94000"/>
                <a:satMod val="128000"/>
                <a:lumMod val="100000"/>
              </a:schemeClr>
            </a:gs>
            <a:gs pos="100000">
              <a:schemeClr val="phClr">
                <a:tint val="98000"/>
                <a:shade val="100000"/>
                <a:hueMod val="98000"/>
                <a:satMod val="100000"/>
                <a:lumMod val="74000"/>
              </a:schemeClr>
            </a:gs>
          </a:gsLst>
          <a:path path="circle">
            <a:fillToRect l="20000" t="-40000" r="20000" b="14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6000"/>
                <a:satMod val="130000"/>
                <a:lumMod val="50000"/>
              </a:schemeClr>
              <a:schemeClr val="phClr">
                <a:tint val="96000"/>
                <a:satMod val="114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Waveform.thmx</Template>
  <TotalTime>227</TotalTime>
  <Words>345</Words>
  <Application>Microsoft Macintosh PowerPoint</Application>
  <PresentationFormat>On-screen Show (4:3)</PresentationFormat>
  <Paragraphs>67</Paragraphs>
  <Slides>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6" baseType="lpstr">
      <vt:lpstr>Waveform</vt:lpstr>
      <vt:lpstr>Lab 2 Expressions and Control Structures</vt:lpstr>
      <vt:lpstr>How labs will work</vt:lpstr>
      <vt:lpstr>Motivation for Exhibits</vt:lpstr>
      <vt:lpstr>Exhibit Map 271 Soda</vt:lpstr>
      <vt:lpstr>Exhibit Map 273 Soda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2 Expressions and Control Structures</dc:title>
  <dc:creator>Dickson Tsai</dc:creator>
  <cp:lastModifiedBy>Dickson Tsai</cp:lastModifiedBy>
  <cp:revision>8</cp:revision>
  <dcterms:created xsi:type="dcterms:W3CDTF">2015-01-27T04:44:17Z</dcterms:created>
  <dcterms:modified xsi:type="dcterms:W3CDTF">2015-01-28T00:10:49Z</dcterms:modified>
</cp:coreProperties>
</file>