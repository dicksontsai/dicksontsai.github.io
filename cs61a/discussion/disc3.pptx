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jpg" ContentType="image/jpe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</p:sldMasterIdLst>
  <p:notesMasterIdLst>
    <p:notesMasterId r:id="rId24"/>
  </p:notesMasterIdLst>
  <p:handoutMasterIdLst>
    <p:handoutMasterId r:id="rId25"/>
  </p:handoutMasterIdLst>
  <p:sldIdLst>
    <p:sldId id="256" r:id="rId2"/>
    <p:sldId id="268" r:id="rId3"/>
    <p:sldId id="271" r:id="rId4"/>
    <p:sldId id="305" r:id="rId5"/>
    <p:sldId id="306" r:id="rId6"/>
    <p:sldId id="307" r:id="rId7"/>
    <p:sldId id="257" r:id="rId8"/>
    <p:sldId id="303" r:id="rId9"/>
    <p:sldId id="260" r:id="rId10"/>
    <p:sldId id="308" r:id="rId11"/>
    <p:sldId id="315" r:id="rId12"/>
    <p:sldId id="309" r:id="rId13"/>
    <p:sldId id="304" r:id="rId14"/>
    <p:sldId id="311" r:id="rId15"/>
    <p:sldId id="312" r:id="rId16"/>
    <p:sldId id="313" r:id="rId17"/>
    <p:sldId id="314" r:id="rId18"/>
    <p:sldId id="279" r:id="rId19"/>
    <p:sldId id="317" r:id="rId20"/>
    <p:sldId id="316" r:id="rId21"/>
    <p:sldId id="318" r:id="rId22"/>
    <p:sldId id="310" r:id="rId2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Century Gothic" charset="0"/>
        <a:ea typeface="ＭＳ Ｐゴシック" charset="0"/>
        <a:cs typeface="ＭＳ Ｐゴシック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  <a:srgbClr val="804000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80" d="100"/>
          <a:sy n="80" d="100"/>
        </p:scale>
        <p:origin x="-1152" y="-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interSettings" Target="printerSettings/printerSettings1.bin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CC24117-8F5A-4040-B2DD-491E46723B45}" type="doc">
      <dgm:prSet loTypeId="urn:microsoft.com/office/officeart/2005/8/layout/matrix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1FDCF49-682B-2547-B70B-13F4530666F5}">
      <dgm:prSet/>
      <dgm:spPr/>
      <dgm:t>
        <a:bodyPr/>
        <a:lstStyle/>
        <a:p>
          <a:pPr rtl="0"/>
          <a:r>
            <a:rPr lang="en-US" smtClean="0"/>
            <a:t>City instance</a:t>
          </a:r>
          <a:endParaRPr lang="en-US"/>
        </a:p>
      </dgm:t>
    </dgm:pt>
    <dgm:pt modelId="{09E3A46E-4037-7440-A101-618E9EFF2920}" type="parTrans" cxnId="{A341F0E0-1BAE-A148-A926-B4283B6EF409}">
      <dgm:prSet/>
      <dgm:spPr/>
      <dgm:t>
        <a:bodyPr/>
        <a:lstStyle/>
        <a:p>
          <a:endParaRPr lang="en-US"/>
        </a:p>
      </dgm:t>
    </dgm:pt>
    <dgm:pt modelId="{B1748DD7-FAD4-1948-810B-F209748002BB}" type="sibTrans" cxnId="{A341F0E0-1BAE-A148-A926-B4283B6EF409}">
      <dgm:prSet/>
      <dgm:spPr/>
      <dgm:t>
        <a:bodyPr/>
        <a:lstStyle/>
        <a:p>
          <a:endParaRPr lang="en-US"/>
        </a:p>
      </dgm:t>
    </dgm:pt>
    <dgm:pt modelId="{BC62D9AA-6780-EF4A-9906-E69E77929B62}">
      <dgm:prSet/>
      <dgm:spPr/>
      <dgm:t>
        <a:bodyPr/>
        <a:lstStyle/>
        <a:p>
          <a:pPr rtl="0"/>
          <a:r>
            <a:rPr lang="en-US" dirty="0" smtClean="0"/>
            <a:t>Madrid</a:t>
          </a:r>
          <a:endParaRPr lang="en-US" dirty="0"/>
        </a:p>
      </dgm:t>
    </dgm:pt>
    <dgm:pt modelId="{B12D78DC-9E0A-644E-9B7F-2CAC96EDCB09}" type="parTrans" cxnId="{E0BA70C2-8B8A-8D41-8BBE-EA18B536DC27}">
      <dgm:prSet/>
      <dgm:spPr/>
      <dgm:t>
        <a:bodyPr/>
        <a:lstStyle/>
        <a:p>
          <a:endParaRPr lang="en-US"/>
        </a:p>
      </dgm:t>
    </dgm:pt>
    <dgm:pt modelId="{2EA7B5CD-C736-3247-AA4E-D0CF749EB9B8}" type="sibTrans" cxnId="{E0BA70C2-8B8A-8D41-8BBE-EA18B536DC27}">
      <dgm:prSet/>
      <dgm:spPr/>
      <dgm:t>
        <a:bodyPr/>
        <a:lstStyle/>
        <a:p>
          <a:endParaRPr lang="en-US"/>
        </a:p>
      </dgm:t>
    </dgm:pt>
    <dgm:pt modelId="{A725F495-AD7F-A74D-A8FC-16D7EDE113D2}">
      <dgm:prSet/>
      <dgm:spPr/>
      <dgm:t>
        <a:bodyPr/>
        <a:lstStyle/>
        <a:p>
          <a:pPr rtl="0"/>
          <a:r>
            <a:rPr lang="en-US" dirty="0" smtClean="0"/>
            <a:t>40N</a:t>
          </a:r>
          <a:endParaRPr lang="en-US" dirty="0"/>
        </a:p>
      </dgm:t>
    </dgm:pt>
    <dgm:pt modelId="{657A6D2B-1605-1948-A0FA-C32DDCAAA658}" type="parTrans" cxnId="{8B7F48A3-FC49-8F46-9ACB-BF68113781C6}">
      <dgm:prSet/>
      <dgm:spPr/>
      <dgm:t>
        <a:bodyPr/>
        <a:lstStyle/>
        <a:p>
          <a:endParaRPr lang="en-US"/>
        </a:p>
      </dgm:t>
    </dgm:pt>
    <dgm:pt modelId="{628C5CC9-8E7E-234E-B1B8-8B3BE5A6E49F}" type="sibTrans" cxnId="{8B7F48A3-FC49-8F46-9ACB-BF68113781C6}">
      <dgm:prSet/>
      <dgm:spPr/>
      <dgm:t>
        <a:bodyPr/>
        <a:lstStyle/>
        <a:p>
          <a:endParaRPr lang="en-US"/>
        </a:p>
      </dgm:t>
    </dgm:pt>
    <dgm:pt modelId="{B9307DBE-5E37-7F47-9FB1-2B8F0BECCBF5}">
      <dgm:prSet/>
      <dgm:spPr/>
      <dgm:t>
        <a:bodyPr/>
        <a:lstStyle/>
        <a:p>
          <a:pPr rtl="0"/>
          <a:r>
            <a:rPr lang="en-US" dirty="0" smtClean="0"/>
            <a:t>3W</a:t>
          </a:r>
          <a:endParaRPr lang="en-US" dirty="0"/>
        </a:p>
      </dgm:t>
    </dgm:pt>
    <dgm:pt modelId="{ECF3C553-1DFE-CE46-8FB5-0729FE066DF0}" type="parTrans" cxnId="{163C37C5-DFB4-9840-BB32-6773CFEC82C5}">
      <dgm:prSet/>
      <dgm:spPr/>
      <dgm:t>
        <a:bodyPr/>
        <a:lstStyle/>
        <a:p>
          <a:endParaRPr lang="en-US"/>
        </a:p>
      </dgm:t>
    </dgm:pt>
    <dgm:pt modelId="{123E9EC1-7785-9940-9667-BC329F5E2438}" type="sibTrans" cxnId="{163C37C5-DFB4-9840-BB32-6773CFEC82C5}">
      <dgm:prSet/>
      <dgm:spPr/>
      <dgm:t>
        <a:bodyPr/>
        <a:lstStyle/>
        <a:p>
          <a:endParaRPr lang="en-US"/>
        </a:p>
      </dgm:t>
    </dgm:pt>
    <dgm:pt modelId="{176DCE5B-4A69-E241-A0A9-C4E8350E9FF0}" type="pres">
      <dgm:prSet presAssocID="{FCC24117-8F5A-4040-B2DD-491E46723B45}" presName="matrix" presStyleCnt="0">
        <dgm:presLayoutVars>
          <dgm:chMax val="1"/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0579E20-3D09-5C40-AC1E-B42FCD3CA397}" type="pres">
      <dgm:prSet presAssocID="{FCC24117-8F5A-4040-B2DD-491E46723B45}" presName="diamond" presStyleLbl="bgShp" presStyleIdx="0" presStyleCnt="1"/>
      <dgm:spPr/>
    </dgm:pt>
    <dgm:pt modelId="{C0B95AB3-D150-574A-BF7F-7CB23DC00A26}" type="pres">
      <dgm:prSet presAssocID="{FCC24117-8F5A-4040-B2DD-491E46723B45}" presName="quad1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F131FD5-83EC-0349-B928-2803720C7664}" type="pres">
      <dgm:prSet presAssocID="{FCC24117-8F5A-4040-B2DD-491E46723B45}" presName="quad2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68725C0-BA9C-A546-B857-9622D3B42F36}" type="pres">
      <dgm:prSet presAssocID="{FCC24117-8F5A-4040-B2DD-491E46723B45}" presName="quad3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6BD63B3-3E49-F646-B6A3-6E5BE5D244D7}" type="pres">
      <dgm:prSet presAssocID="{FCC24117-8F5A-4040-B2DD-491E46723B45}" presName="quad4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F860E7AF-61DB-7043-9EC9-D36E60169581}" type="presOf" srcId="{A725F495-AD7F-A74D-A8FC-16D7EDE113D2}" destId="{868725C0-BA9C-A546-B857-9622D3B42F36}" srcOrd="0" destOrd="0" presId="urn:microsoft.com/office/officeart/2005/8/layout/matrix3"/>
    <dgm:cxn modelId="{89DF5679-5A86-EB4F-953D-3FBBEC6F9C2D}" type="presOf" srcId="{B9307DBE-5E37-7F47-9FB1-2B8F0BECCBF5}" destId="{16BD63B3-3E49-F646-B6A3-6E5BE5D244D7}" srcOrd="0" destOrd="0" presId="urn:microsoft.com/office/officeart/2005/8/layout/matrix3"/>
    <dgm:cxn modelId="{E0BA70C2-8B8A-8D41-8BBE-EA18B536DC27}" srcId="{FCC24117-8F5A-4040-B2DD-491E46723B45}" destId="{BC62D9AA-6780-EF4A-9906-E69E77929B62}" srcOrd="1" destOrd="0" parTransId="{B12D78DC-9E0A-644E-9B7F-2CAC96EDCB09}" sibTransId="{2EA7B5CD-C736-3247-AA4E-D0CF749EB9B8}"/>
    <dgm:cxn modelId="{163C37C5-DFB4-9840-BB32-6773CFEC82C5}" srcId="{FCC24117-8F5A-4040-B2DD-491E46723B45}" destId="{B9307DBE-5E37-7F47-9FB1-2B8F0BECCBF5}" srcOrd="3" destOrd="0" parTransId="{ECF3C553-1DFE-CE46-8FB5-0729FE066DF0}" sibTransId="{123E9EC1-7785-9940-9667-BC329F5E2438}"/>
    <dgm:cxn modelId="{B742ED7D-34FE-AF46-8573-E7877A677E3C}" type="presOf" srcId="{FCC24117-8F5A-4040-B2DD-491E46723B45}" destId="{176DCE5B-4A69-E241-A0A9-C4E8350E9FF0}" srcOrd="0" destOrd="0" presId="urn:microsoft.com/office/officeart/2005/8/layout/matrix3"/>
    <dgm:cxn modelId="{8B7F48A3-FC49-8F46-9ACB-BF68113781C6}" srcId="{FCC24117-8F5A-4040-B2DD-491E46723B45}" destId="{A725F495-AD7F-A74D-A8FC-16D7EDE113D2}" srcOrd="2" destOrd="0" parTransId="{657A6D2B-1605-1948-A0FA-C32DDCAAA658}" sibTransId="{628C5CC9-8E7E-234E-B1B8-8B3BE5A6E49F}"/>
    <dgm:cxn modelId="{8F436159-3868-1843-A4FB-C1C240375F58}" type="presOf" srcId="{BC62D9AA-6780-EF4A-9906-E69E77929B62}" destId="{1F131FD5-83EC-0349-B928-2803720C7664}" srcOrd="0" destOrd="0" presId="urn:microsoft.com/office/officeart/2005/8/layout/matrix3"/>
    <dgm:cxn modelId="{ABB50757-E28F-5A42-8CFC-E5D8B7979A9E}" type="presOf" srcId="{31FDCF49-682B-2547-B70B-13F4530666F5}" destId="{C0B95AB3-D150-574A-BF7F-7CB23DC00A26}" srcOrd="0" destOrd="0" presId="urn:microsoft.com/office/officeart/2005/8/layout/matrix3"/>
    <dgm:cxn modelId="{A341F0E0-1BAE-A148-A926-B4283B6EF409}" srcId="{FCC24117-8F5A-4040-B2DD-491E46723B45}" destId="{31FDCF49-682B-2547-B70B-13F4530666F5}" srcOrd="0" destOrd="0" parTransId="{09E3A46E-4037-7440-A101-618E9EFF2920}" sibTransId="{B1748DD7-FAD4-1948-810B-F209748002BB}"/>
    <dgm:cxn modelId="{028D3C11-4E15-5A4D-B6E1-684E12A910B5}" type="presParOf" srcId="{176DCE5B-4A69-E241-A0A9-C4E8350E9FF0}" destId="{90579E20-3D09-5C40-AC1E-B42FCD3CA397}" srcOrd="0" destOrd="0" presId="urn:microsoft.com/office/officeart/2005/8/layout/matrix3"/>
    <dgm:cxn modelId="{9020BF6D-EBE3-CD41-9023-D20080A1E7B3}" type="presParOf" srcId="{176DCE5B-4A69-E241-A0A9-C4E8350E9FF0}" destId="{C0B95AB3-D150-574A-BF7F-7CB23DC00A26}" srcOrd="1" destOrd="0" presId="urn:microsoft.com/office/officeart/2005/8/layout/matrix3"/>
    <dgm:cxn modelId="{18090952-27CE-294C-A83C-2305C5E2828B}" type="presParOf" srcId="{176DCE5B-4A69-E241-A0A9-C4E8350E9FF0}" destId="{1F131FD5-83EC-0349-B928-2803720C7664}" srcOrd="2" destOrd="0" presId="urn:microsoft.com/office/officeart/2005/8/layout/matrix3"/>
    <dgm:cxn modelId="{0B815BB1-EEFE-B242-837C-EA69894FBF4F}" type="presParOf" srcId="{176DCE5B-4A69-E241-A0A9-C4E8350E9FF0}" destId="{868725C0-BA9C-A546-B857-9622D3B42F36}" srcOrd="3" destOrd="0" presId="urn:microsoft.com/office/officeart/2005/8/layout/matrix3"/>
    <dgm:cxn modelId="{46AE108B-CB07-6447-9E16-C6A75795E7DC}" type="presParOf" srcId="{176DCE5B-4A69-E241-A0A9-C4E8350E9FF0}" destId="{16BD63B3-3E49-F646-B6A3-6E5BE5D244D7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CC24117-8F5A-4040-B2DD-491E46723B45}" type="doc">
      <dgm:prSet loTypeId="urn:microsoft.com/office/officeart/2005/8/layout/matrix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1FDCF49-682B-2547-B70B-13F4530666F5}">
      <dgm:prSet/>
      <dgm:spPr/>
      <dgm:t>
        <a:bodyPr/>
        <a:lstStyle/>
        <a:p>
          <a:pPr rtl="0"/>
          <a:r>
            <a:rPr lang="en-US" dirty="0" smtClean="0"/>
            <a:t>City instance</a:t>
          </a:r>
          <a:endParaRPr lang="en-US" dirty="0"/>
        </a:p>
      </dgm:t>
    </dgm:pt>
    <dgm:pt modelId="{09E3A46E-4037-7440-A101-618E9EFF2920}" type="parTrans" cxnId="{A341F0E0-1BAE-A148-A926-B4283B6EF409}">
      <dgm:prSet/>
      <dgm:spPr/>
      <dgm:t>
        <a:bodyPr/>
        <a:lstStyle/>
        <a:p>
          <a:endParaRPr lang="en-US"/>
        </a:p>
      </dgm:t>
    </dgm:pt>
    <dgm:pt modelId="{B1748DD7-FAD4-1948-810B-F209748002BB}" type="sibTrans" cxnId="{A341F0E0-1BAE-A148-A926-B4283B6EF409}">
      <dgm:prSet/>
      <dgm:spPr/>
      <dgm:t>
        <a:bodyPr/>
        <a:lstStyle/>
        <a:p>
          <a:endParaRPr lang="en-US"/>
        </a:p>
      </dgm:t>
    </dgm:pt>
    <dgm:pt modelId="{B9307DBE-5E37-7F47-9FB1-2B8F0BECCBF5}">
      <dgm:prSet/>
      <dgm:spPr/>
      <dgm:t>
        <a:bodyPr/>
        <a:lstStyle/>
        <a:p>
          <a:pPr rtl="0"/>
          <a:r>
            <a:rPr lang="en-US" dirty="0" smtClean="0"/>
            <a:t>151E</a:t>
          </a:r>
          <a:endParaRPr lang="en-US" dirty="0"/>
        </a:p>
      </dgm:t>
    </dgm:pt>
    <dgm:pt modelId="{ECF3C553-1DFE-CE46-8FB5-0729FE066DF0}" type="parTrans" cxnId="{163C37C5-DFB4-9840-BB32-6773CFEC82C5}">
      <dgm:prSet/>
      <dgm:spPr/>
      <dgm:t>
        <a:bodyPr/>
        <a:lstStyle/>
        <a:p>
          <a:endParaRPr lang="en-US"/>
        </a:p>
      </dgm:t>
    </dgm:pt>
    <dgm:pt modelId="{123E9EC1-7785-9940-9667-BC329F5E2438}" type="sibTrans" cxnId="{163C37C5-DFB4-9840-BB32-6773CFEC82C5}">
      <dgm:prSet/>
      <dgm:spPr/>
      <dgm:t>
        <a:bodyPr/>
        <a:lstStyle/>
        <a:p>
          <a:endParaRPr lang="en-US"/>
        </a:p>
      </dgm:t>
    </dgm:pt>
    <dgm:pt modelId="{16CBA547-0ABC-0047-8223-2AA88AFCB7EE}">
      <dgm:prSet/>
      <dgm:spPr/>
      <dgm:t>
        <a:bodyPr/>
        <a:lstStyle/>
        <a:p>
          <a:pPr rtl="0"/>
          <a:r>
            <a:rPr lang="en-US" dirty="0" smtClean="0"/>
            <a:t>Sydney</a:t>
          </a:r>
          <a:endParaRPr lang="en-US" dirty="0"/>
        </a:p>
      </dgm:t>
    </dgm:pt>
    <dgm:pt modelId="{888C7012-6A64-484A-8AE6-24E03E6E7400}" type="parTrans" cxnId="{6E91A663-9450-E347-9884-F00C7D811F6F}">
      <dgm:prSet/>
      <dgm:spPr/>
      <dgm:t>
        <a:bodyPr/>
        <a:lstStyle/>
        <a:p>
          <a:endParaRPr lang="en-US"/>
        </a:p>
      </dgm:t>
    </dgm:pt>
    <dgm:pt modelId="{DBFD17D6-0CE9-7343-B9CD-C4903B7AEB15}" type="sibTrans" cxnId="{6E91A663-9450-E347-9884-F00C7D811F6F}">
      <dgm:prSet/>
      <dgm:spPr/>
      <dgm:t>
        <a:bodyPr/>
        <a:lstStyle/>
        <a:p>
          <a:endParaRPr lang="en-US"/>
        </a:p>
      </dgm:t>
    </dgm:pt>
    <dgm:pt modelId="{639C1026-3235-8A41-9454-77BB5C05C60A}">
      <dgm:prSet/>
      <dgm:spPr/>
      <dgm:t>
        <a:bodyPr/>
        <a:lstStyle/>
        <a:p>
          <a:pPr rtl="0"/>
          <a:r>
            <a:rPr lang="en-US" dirty="0" smtClean="0"/>
            <a:t>33S</a:t>
          </a:r>
          <a:endParaRPr lang="en-US" dirty="0"/>
        </a:p>
      </dgm:t>
    </dgm:pt>
    <dgm:pt modelId="{C5CBFF4B-7117-A846-9561-4EA8722D4ED0}" type="parTrans" cxnId="{610F1CE2-A777-4345-8D4A-9D45640159AF}">
      <dgm:prSet/>
      <dgm:spPr/>
      <dgm:t>
        <a:bodyPr/>
        <a:lstStyle/>
        <a:p>
          <a:endParaRPr lang="en-US"/>
        </a:p>
      </dgm:t>
    </dgm:pt>
    <dgm:pt modelId="{7B3ED494-B83F-734B-AF4A-1C07493EEA4E}" type="sibTrans" cxnId="{610F1CE2-A777-4345-8D4A-9D45640159AF}">
      <dgm:prSet/>
      <dgm:spPr/>
      <dgm:t>
        <a:bodyPr/>
        <a:lstStyle/>
        <a:p>
          <a:endParaRPr lang="en-US"/>
        </a:p>
      </dgm:t>
    </dgm:pt>
    <dgm:pt modelId="{176DCE5B-4A69-E241-A0A9-C4E8350E9FF0}" type="pres">
      <dgm:prSet presAssocID="{FCC24117-8F5A-4040-B2DD-491E46723B45}" presName="matrix" presStyleCnt="0">
        <dgm:presLayoutVars>
          <dgm:chMax val="1"/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0579E20-3D09-5C40-AC1E-B42FCD3CA397}" type="pres">
      <dgm:prSet presAssocID="{FCC24117-8F5A-4040-B2DD-491E46723B45}" presName="diamond" presStyleLbl="bgShp" presStyleIdx="0" presStyleCnt="1"/>
      <dgm:spPr/>
    </dgm:pt>
    <dgm:pt modelId="{C0B95AB3-D150-574A-BF7F-7CB23DC00A26}" type="pres">
      <dgm:prSet presAssocID="{FCC24117-8F5A-4040-B2DD-491E46723B45}" presName="quad1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F131FD5-83EC-0349-B928-2803720C7664}" type="pres">
      <dgm:prSet presAssocID="{FCC24117-8F5A-4040-B2DD-491E46723B45}" presName="quad2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68725C0-BA9C-A546-B857-9622D3B42F36}" type="pres">
      <dgm:prSet presAssocID="{FCC24117-8F5A-4040-B2DD-491E46723B45}" presName="quad3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6BD63B3-3E49-F646-B6A3-6E5BE5D244D7}" type="pres">
      <dgm:prSet presAssocID="{FCC24117-8F5A-4040-B2DD-491E46723B45}" presName="quad4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3E472F0A-09AC-F646-9039-61563214EB84}" type="presOf" srcId="{639C1026-3235-8A41-9454-77BB5C05C60A}" destId="{868725C0-BA9C-A546-B857-9622D3B42F36}" srcOrd="0" destOrd="0" presId="urn:microsoft.com/office/officeart/2005/8/layout/matrix3"/>
    <dgm:cxn modelId="{163C37C5-DFB4-9840-BB32-6773CFEC82C5}" srcId="{FCC24117-8F5A-4040-B2DD-491E46723B45}" destId="{B9307DBE-5E37-7F47-9FB1-2B8F0BECCBF5}" srcOrd="3" destOrd="0" parTransId="{ECF3C553-1DFE-CE46-8FB5-0729FE066DF0}" sibTransId="{123E9EC1-7785-9940-9667-BC329F5E2438}"/>
    <dgm:cxn modelId="{00BE8ECC-11BD-AF42-B185-4CB892F81F82}" type="presOf" srcId="{31FDCF49-682B-2547-B70B-13F4530666F5}" destId="{C0B95AB3-D150-574A-BF7F-7CB23DC00A26}" srcOrd="0" destOrd="0" presId="urn:microsoft.com/office/officeart/2005/8/layout/matrix3"/>
    <dgm:cxn modelId="{4265D78D-9C7E-5843-A189-6C13F3771F21}" type="presOf" srcId="{16CBA547-0ABC-0047-8223-2AA88AFCB7EE}" destId="{1F131FD5-83EC-0349-B928-2803720C7664}" srcOrd="0" destOrd="0" presId="urn:microsoft.com/office/officeart/2005/8/layout/matrix3"/>
    <dgm:cxn modelId="{F264D65D-C729-9C4B-9EF3-8FC24A036BB8}" type="presOf" srcId="{B9307DBE-5E37-7F47-9FB1-2B8F0BECCBF5}" destId="{16BD63B3-3E49-F646-B6A3-6E5BE5D244D7}" srcOrd="0" destOrd="0" presId="urn:microsoft.com/office/officeart/2005/8/layout/matrix3"/>
    <dgm:cxn modelId="{6E91A663-9450-E347-9884-F00C7D811F6F}" srcId="{FCC24117-8F5A-4040-B2DD-491E46723B45}" destId="{16CBA547-0ABC-0047-8223-2AA88AFCB7EE}" srcOrd="1" destOrd="0" parTransId="{888C7012-6A64-484A-8AE6-24E03E6E7400}" sibTransId="{DBFD17D6-0CE9-7343-B9CD-C4903B7AEB15}"/>
    <dgm:cxn modelId="{A341F0E0-1BAE-A148-A926-B4283B6EF409}" srcId="{FCC24117-8F5A-4040-B2DD-491E46723B45}" destId="{31FDCF49-682B-2547-B70B-13F4530666F5}" srcOrd="0" destOrd="0" parTransId="{09E3A46E-4037-7440-A101-618E9EFF2920}" sibTransId="{B1748DD7-FAD4-1948-810B-F209748002BB}"/>
    <dgm:cxn modelId="{610F1CE2-A777-4345-8D4A-9D45640159AF}" srcId="{FCC24117-8F5A-4040-B2DD-491E46723B45}" destId="{639C1026-3235-8A41-9454-77BB5C05C60A}" srcOrd="2" destOrd="0" parTransId="{C5CBFF4B-7117-A846-9561-4EA8722D4ED0}" sibTransId="{7B3ED494-B83F-734B-AF4A-1C07493EEA4E}"/>
    <dgm:cxn modelId="{956F536D-5256-4345-9C7B-EA825C8F8E3F}" type="presOf" srcId="{FCC24117-8F5A-4040-B2DD-491E46723B45}" destId="{176DCE5B-4A69-E241-A0A9-C4E8350E9FF0}" srcOrd="0" destOrd="0" presId="urn:microsoft.com/office/officeart/2005/8/layout/matrix3"/>
    <dgm:cxn modelId="{CAEE5AD9-B5A4-5C47-A4F5-587DB239C346}" type="presParOf" srcId="{176DCE5B-4A69-E241-A0A9-C4E8350E9FF0}" destId="{90579E20-3D09-5C40-AC1E-B42FCD3CA397}" srcOrd="0" destOrd="0" presId="urn:microsoft.com/office/officeart/2005/8/layout/matrix3"/>
    <dgm:cxn modelId="{74515219-BF8B-6E44-BF77-656831341540}" type="presParOf" srcId="{176DCE5B-4A69-E241-A0A9-C4E8350E9FF0}" destId="{C0B95AB3-D150-574A-BF7F-7CB23DC00A26}" srcOrd="1" destOrd="0" presId="urn:microsoft.com/office/officeart/2005/8/layout/matrix3"/>
    <dgm:cxn modelId="{A889BEBF-CC48-774B-9F2A-14C5673E2992}" type="presParOf" srcId="{176DCE5B-4A69-E241-A0A9-C4E8350E9FF0}" destId="{1F131FD5-83EC-0349-B928-2803720C7664}" srcOrd="2" destOrd="0" presId="urn:microsoft.com/office/officeart/2005/8/layout/matrix3"/>
    <dgm:cxn modelId="{C4CC2325-212C-0F4C-B9DE-A38BB4602F40}" type="presParOf" srcId="{176DCE5B-4A69-E241-A0A9-C4E8350E9FF0}" destId="{868725C0-BA9C-A546-B857-9622D3B42F36}" srcOrd="3" destOrd="0" presId="urn:microsoft.com/office/officeart/2005/8/layout/matrix3"/>
    <dgm:cxn modelId="{D031F134-217A-F448-9B35-0334B70FB227}" type="presParOf" srcId="{176DCE5B-4A69-E241-A0A9-C4E8350E9FF0}" destId="{16BD63B3-3E49-F646-B6A3-6E5BE5D244D7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CC24117-8F5A-4040-B2DD-491E46723B45}" type="doc">
      <dgm:prSet loTypeId="urn:microsoft.com/office/officeart/2005/8/layout/matrix3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1FDCF49-682B-2547-B70B-13F4530666F5}">
      <dgm:prSet/>
      <dgm:spPr/>
      <dgm:t>
        <a:bodyPr/>
        <a:lstStyle/>
        <a:p>
          <a:pPr rtl="0"/>
          <a:r>
            <a:rPr lang="en-US" smtClean="0"/>
            <a:t>City instance</a:t>
          </a:r>
          <a:endParaRPr lang="en-US"/>
        </a:p>
      </dgm:t>
    </dgm:pt>
    <dgm:pt modelId="{09E3A46E-4037-7440-A101-618E9EFF2920}" type="parTrans" cxnId="{A341F0E0-1BAE-A148-A926-B4283B6EF409}">
      <dgm:prSet/>
      <dgm:spPr/>
      <dgm:t>
        <a:bodyPr/>
        <a:lstStyle/>
        <a:p>
          <a:endParaRPr lang="en-US"/>
        </a:p>
      </dgm:t>
    </dgm:pt>
    <dgm:pt modelId="{B1748DD7-FAD4-1948-810B-F209748002BB}" type="sibTrans" cxnId="{A341F0E0-1BAE-A148-A926-B4283B6EF409}">
      <dgm:prSet/>
      <dgm:spPr/>
      <dgm:t>
        <a:bodyPr/>
        <a:lstStyle/>
        <a:p>
          <a:endParaRPr lang="en-US"/>
        </a:p>
      </dgm:t>
    </dgm:pt>
    <dgm:pt modelId="{BC62D9AA-6780-EF4A-9906-E69E77929B62}">
      <dgm:prSet/>
      <dgm:spPr/>
      <dgm:t>
        <a:bodyPr/>
        <a:lstStyle/>
        <a:p>
          <a:pPr rtl="0"/>
          <a:r>
            <a:rPr lang="en-US" dirty="0" smtClean="0"/>
            <a:t>Madrid</a:t>
          </a:r>
          <a:endParaRPr lang="en-US" dirty="0"/>
        </a:p>
      </dgm:t>
    </dgm:pt>
    <dgm:pt modelId="{B12D78DC-9E0A-644E-9B7F-2CAC96EDCB09}" type="parTrans" cxnId="{E0BA70C2-8B8A-8D41-8BBE-EA18B536DC27}">
      <dgm:prSet/>
      <dgm:spPr/>
      <dgm:t>
        <a:bodyPr/>
        <a:lstStyle/>
        <a:p>
          <a:endParaRPr lang="en-US"/>
        </a:p>
      </dgm:t>
    </dgm:pt>
    <dgm:pt modelId="{2EA7B5CD-C736-3247-AA4E-D0CF749EB9B8}" type="sibTrans" cxnId="{E0BA70C2-8B8A-8D41-8BBE-EA18B536DC27}">
      <dgm:prSet/>
      <dgm:spPr/>
      <dgm:t>
        <a:bodyPr/>
        <a:lstStyle/>
        <a:p>
          <a:endParaRPr lang="en-US"/>
        </a:p>
      </dgm:t>
    </dgm:pt>
    <dgm:pt modelId="{A725F495-AD7F-A74D-A8FC-16D7EDE113D2}">
      <dgm:prSet/>
      <dgm:spPr/>
      <dgm:t>
        <a:bodyPr/>
        <a:lstStyle/>
        <a:p>
          <a:pPr rtl="0"/>
          <a:r>
            <a:rPr lang="en-US" dirty="0" smtClean="0"/>
            <a:t>40N</a:t>
          </a:r>
          <a:endParaRPr lang="en-US" dirty="0"/>
        </a:p>
      </dgm:t>
    </dgm:pt>
    <dgm:pt modelId="{657A6D2B-1605-1948-A0FA-C32DDCAAA658}" type="parTrans" cxnId="{8B7F48A3-FC49-8F46-9ACB-BF68113781C6}">
      <dgm:prSet/>
      <dgm:spPr/>
      <dgm:t>
        <a:bodyPr/>
        <a:lstStyle/>
        <a:p>
          <a:endParaRPr lang="en-US"/>
        </a:p>
      </dgm:t>
    </dgm:pt>
    <dgm:pt modelId="{628C5CC9-8E7E-234E-B1B8-8B3BE5A6E49F}" type="sibTrans" cxnId="{8B7F48A3-FC49-8F46-9ACB-BF68113781C6}">
      <dgm:prSet/>
      <dgm:spPr/>
      <dgm:t>
        <a:bodyPr/>
        <a:lstStyle/>
        <a:p>
          <a:endParaRPr lang="en-US"/>
        </a:p>
      </dgm:t>
    </dgm:pt>
    <dgm:pt modelId="{B9307DBE-5E37-7F47-9FB1-2B8F0BECCBF5}">
      <dgm:prSet/>
      <dgm:spPr/>
      <dgm:t>
        <a:bodyPr/>
        <a:lstStyle/>
        <a:p>
          <a:pPr rtl="0"/>
          <a:r>
            <a:rPr lang="en-US" dirty="0" smtClean="0"/>
            <a:t>3W</a:t>
          </a:r>
          <a:endParaRPr lang="en-US" dirty="0"/>
        </a:p>
      </dgm:t>
    </dgm:pt>
    <dgm:pt modelId="{ECF3C553-1DFE-CE46-8FB5-0729FE066DF0}" type="parTrans" cxnId="{163C37C5-DFB4-9840-BB32-6773CFEC82C5}">
      <dgm:prSet/>
      <dgm:spPr/>
      <dgm:t>
        <a:bodyPr/>
        <a:lstStyle/>
        <a:p>
          <a:endParaRPr lang="en-US"/>
        </a:p>
      </dgm:t>
    </dgm:pt>
    <dgm:pt modelId="{123E9EC1-7785-9940-9667-BC329F5E2438}" type="sibTrans" cxnId="{163C37C5-DFB4-9840-BB32-6773CFEC82C5}">
      <dgm:prSet/>
      <dgm:spPr/>
      <dgm:t>
        <a:bodyPr/>
        <a:lstStyle/>
        <a:p>
          <a:endParaRPr lang="en-US"/>
        </a:p>
      </dgm:t>
    </dgm:pt>
    <dgm:pt modelId="{176DCE5B-4A69-E241-A0A9-C4E8350E9FF0}" type="pres">
      <dgm:prSet presAssocID="{FCC24117-8F5A-4040-B2DD-491E46723B45}" presName="matrix" presStyleCnt="0">
        <dgm:presLayoutVars>
          <dgm:chMax val="1"/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90579E20-3D09-5C40-AC1E-B42FCD3CA397}" type="pres">
      <dgm:prSet presAssocID="{FCC24117-8F5A-4040-B2DD-491E46723B45}" presName="diamond" presStyleLbl="bgShp" presStyleIdx="0" presStyleCnt="1"/>
      <dgm:spPr/>
    </dgm:pt>
    <dgm:pt modelId="{C0B95AB3-D150-574A-BF7F-7CB23DC00A26}" type="pres">
      <dgm:prSet presAssocID="{FCC24117-8F5A-4040-B2DD-491E46723B45}" presName="quad1" presStyleLbl="node1" presStyleIdx="0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F131FD5-83EC-0349-B928-2803720C7664}" type="pres">
      <dgm:prSet presAssocID="{FCC24117-8F5A-4040-B2DD-491E46723B45}" presName="quad2" presStyleLbl="node1" presStyleIdx="1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68725C0-BA9C-A546-B857-9622D3B42F36}" type="pres">
      <dgm:prSet presAssocID="{FCC24117-8F5A-4040-B2DD-491E46723B45}" presName="quad3" presStyleLbl="node1" presStyleIdx="2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6BD63B3-3E49-F646-B6A3-6E5BE5D244D7}" type="pres">
      <dgm:prSet presAssocID="{FCC24117-8F5A-4040-B2DD-491E46723B45}" presName="quad4" presStyleLbl="node1" presStyleIdx="3" presStyleCnt="4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BB3EF3BD-5321-A246-88B7-9C8C82BB8445}" type="presOf" srcId="{31FDCF49-682B-2547-B70B-13F4530666F5}" destId="{C0B95AB3-D150-574A-BF7F-7CB23DC00A26}" srcOrd="0" destOrd="0" presId="urn:microsoft.com/office/officeart/2005/8/layout/matrix3"/>
    <dgm:cxn modelId="{163C37C5-DFB4-9840-BB32-6773CFEC82C5}" srcId="{FCC24117-8F5A-4040-B2DD-491E46723B45}" destId="{B9307DBE-5E37-7F47-9FB1-2B8F0BECCBF5}" srcOrd="3" destOrd="0" parTransId="{ECF3C553-1DFE-CE46-8FB5-0729FE066DF0}" sibTransId="{123E9EC1-7785-9940-9667-BC329F5E2438}"/>
    <dgm:cxn modelId="{E0BA70C2-8B8A-8D41-8BBE-EA18B536DC27}" srcId="{FCC24117-8F5A-4040-B2DD-491E46723B45}" destId="{BC62D9AA-6780-EF4A-9906-E69E77929B62}" srcOrd="1" destOrd="0" parTransId="{B12D78DC-9E0A-644E-9B7F-2CAC96EDCB09}" sibTransId="{2EA7B5CD-C736-3247-AA4E-D0CF749EB9B8}"/>
    <dgm:cxn modelId="{5821DF11-B582-E642-AEAB-C00C8D35A939}" type="presOf" srcId="{FCC24117-8F5A-4040-B2DD-491E46723B45}" destId="{176DCE5B-4A69-E241-A0A9-C4E8350E9FF0}" srcOrd="0" destOrd="0" presId="urn:microsoft.com/office/officeart/2005/8/layout/matrix3"/>
    <dgm:cxn modelId="{826FC0B1-AE16-4D4B-9032-8F3C56DC9310}" type="presOf" srcId="{BC62D9AA-6780-EF4A-9906-E69E77929B62}" destId="{1F131FD5-83EC-0349-B928-2803720C7664}" srcOrd="0" destOrd="0" presId="urn:microsoft.com/office/officeart/2005/8/layout/matrix3"/>
    <dgm:cxn modelId="{CE5B461F-A828-BB46-B142-31E0B454D8B4}" type="presOf" srcId="{A725F495-AD7F-A74D-A8FC-16D7EDE113D2}" destId="{868725C0-BA9C-A546-B857-9622D3B42F36}" srcOrd="0" destOrd="0" presId="urn:microsoft.com/office/officeart/2005/8/layout/matrix3"/>
    <dgm:cxn modelId="{8B7F48A3-FC49-8F46-9ACB-BF68113781C6}" srcId="{FCC24117-8F5A-4040-B2DD-491E46723B45}" destId="{A725F495-AD7F-A74D-A8FC-16D7EDE113D2}" srcOrd="2" destOrd="0" parTransId="{657A6D2B-1605-1948-A0FA-C32DDCAAA658}" sibTransId="{628C5CC9-8E7E-234E-B1B8-8B3BE5A6E49F}"/>
    <dgm:cxn modelId="{BEA7FD25-094E-C94A-9909-A0CCF52AB93C}" type="presOf" srcId="{B9307DBE-5E37-7F47-9FB1-2B8F0BECCBF5}" destId="{16BD63B3-3E49-F646-B6A3-6E5BE5D244D7}" srcOrd="0" destOrd="0" presId="urn:microsoft.com/office/officeart/2005/8/layout/matrix3"/>
    <dgm:cxn modelId="{A341F0E0-1BAE-A148-A926-B4283B6EF409}" srcId="{FCC24117-8F5A-4040-B2DD-491E46723B45}" destId="{31FDCF49-682B-2547-B70B-13F4530666F5}" srcOrd="0" destOrd="0" parTransId="{09E3A46E-4037-7440-A101-618E9EFF2920}" sibTransId="{B1748DD7-FAD4-1948-810B-F209748002BB}"/>
    <dgm:cxn modelId="{5CE1C3B2-E437-2E4D-9302-D1CB0A172FDA}" type="presParOf" srcId="{176DCE5B-4A69-E241-A0A9-C4E8350E9FF0}" destId="{90579E20-3D09-5C40-AC1E-B42FCD3CA397}" srcOrd="0" destOrd="0" presId="urn:microsoft.com/office/officeart/2005/8/layout/matrix3"/>
    <dgm:cxn modelId="{342E27AF-E19B-4D41-ACEC-E7228B931049}" type="presParOf" srcId="{176DCE5B-4A69-E241-A0A9-C4E8350E9FF0}" destId="{C0B95AB3-D150-574A-BF7F-7CB23DC00A26}" srcOrd="1" destOrd="0" presId="urn:microsoft.com/office/officeart/2005/8/layout/matrix3"/>
    <dgm:cxn modelId="{D22508FA-D0B6-2C4D-92C1-7E4261D4EBE5}" type="presParOf" srcId="{176DCE5B-4A69-E241-A0A9-C4E8350E9FF0}" destId="{1F131FD5-83EC-0349-B928-2803720C7664}" srcOrd="2" destOrd="0" presId="urn:microsoft.com/office/officeart/2005/8/layout/matrix3"/>
    <dgm:cxn modelId="{8A293096-F5E8-4E44-8F5C-F38470BD0876}" type="presParOf" srcId="{176DCE5B-4A69-E241-A0A9-C4E8350E9FF0}" destId="{868725C0-BA9C-A546-B857-9622D3B42F36}" srcOrd="3" destOrd="0" presId="urn:microsoft.com/office/officeart/2005/8/layout/matrix3"/>
    <dgm:cxn modelId="{558E8944-63CC-9349-A45F-6E2E9CE9A035}" type="presParOf" srcId="{176DCE5B-4A69-E241-A0A9-C4E8350E9FF0}" destId="{16BD63B3-3E49-F646-B6A3-6E5BE5D244D7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579E20-3D09-5C40-AC1E-B42FCD3CA397}">
      <dsp:nvSpPr>
        <dsp:cNvPr id="0" name=""/>
        <dsp:cNvSpPr/>
      </dsp:nvSpPr>
      <dsp:spPr>
        <a:xfrm>
          <a:off x="428792" y="0"/>
          <a:ext cx="1477328" cy="1477328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0B95AB3-D150-574A-BF7F-7CB23DC00A26}">
      <dsp:nvSpPr>
        <dsp:cNvPr id="0" name=""/>
        <dsp:cNvSpPr/>
      </dsp:nvSpPr>
      <dsp:spPr>
        <a:xfrm>
          <a:off x="569138" y="140346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smtClean="0"/>
            <a:t>City instance</a:t>
          </a:r>
          <a:endParaRPr lang="en-US" sz="1000" kern="1200"/>
        </a:p>
      </dsp:txBody>
      <dsp:txXfrm>
        <a:off x="597264" y="168472"/>
        <a:ext cx="519905" cy="519905"/>
      </dsp:txXfrm>
    </dsp:sp>
    <dsp:sp modelId="{1F131FD5-83EC-0349-B928-2803720C7664}">
      <dsp:nvSpPr>
        <dsp:cNvPr id="0" name=""/>
        <dsp:cNvSpPr/>
      </dsp:nvSpPr>
      <dsp:spPr>
        <a:xfrm>
          <a:off x="1189615" y="140346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Madrid</a:t>
          </a:r>
          <a:endParaRPr lang="en-US" sz="1000" kern="1200" dirty="0"/>
        </a:p>
      </dsp:txBody>
      <dsp:txXfrm>
        <a:off x="1217741" y="168472"/>
        <a:ext cx="519905" cy="519905"/>
      </dsp:txXfrm>
    </dsp:sp>
    <dsp:sp modelId="{868725C0-BA9C-A546-B857-9622D3B42F36}">
      <dsp:nvSpPr>
        <dsp:cNvPr id="0" name=""/>
        <dsp:cNvSpPr/>
      </dsp:nvSpPr>
      <dsp:spPr>
        <a:xfrm>
          <a:off x="569138" y="760823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40N</a:t>
          </a:r>
          <a:endParaRPr lang="en-US" sz="1000" kern="1200" dirty="0"/>
        </a:p>
      </dsp:txBody>
      <dsp:txXfrm>
        <a:off x="597264" y="788949"/>
        <a:ext cx="519905" cy="519905"/>
      </dsp:txXfrm>
    </dsp:sp>
    <dsp:sp modelId="{16BD63B3-3E49-F646-B6A3-6E5BE5D244D7}">
      <dsp:nvSpPr>
        <dsp:cNvPr id="0" name=""/>
        <dsp:cNvSpPr/>
      </dsp:nvSpPr>
      <dsp:spPr>
        <a:xfrm>
          <a:off x="1189615" y="760823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3W</a:t>
          </a:r>
          <a:endParaRPr lang="en-US" sz="1000" kern="1200" dirty="0"/>
        </a:p>
      </dsp:txBody>
      <dsp:txXfrm>
        <a:off x="1217741" y="788949"/>
        <a:ext cx="519905" cy="51990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579E20-3D09-5C40-AC1E-B42FCD3CA397}">
      <dsp:nvSpPr>
        <dsp:cNvPr id="0" name=""/>
        <dsp:cNvSpPr/>
      </dsp:nvSpPr>
      <dsp:spPr>
        <a:xfrm>
          <a:off x="428792" y="0"/>
          <a:ext cx="1477328" cy="1477328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0B95AB3-D150-574A-BF7F-7CB23DC00A26}">
      <dsp:nvSpPr>
        <dsp:cNvPr id="0" name=""/>
        <dsp:cNvSpPr/>
      </dsp:nvSpPr>
      <dsp:spPr>
        <a:xfrm>
          <a:off x="569138" y="140346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City instance</a:t>
          </a:r>
          <a:endParaRPr lang="en-US" sz="1000" kern="1200" dirty="0"/>
        </a:p>
      </dsp:txBody>
      <dsp:txXfrm>
        <a:off x="597264" y="168472"/>
        <a:ext cx="519905" cy="519905"/>
      </dsp:txXfrm>
    </dsp:sp>
    <dsp:sp modelId="{1F131FD5-83EC-0349-B928-2803720C7664}">
      <dsp:nvSpPr>
        <dsp:cNvPr id="0" name=""/>
        <dsp:cNvSpPr/>
      </dsp:nvSpPr>
      <dsp:spPr>
        <a:xfrm>
          <a:off x="1189615" y="140346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Sydney</a:t>
          </a:r>
          <a:endParaRPr lang="en-US" sz="1000" kern="1200" dirty="0"/>
        </a:p>
      </dsp:txBody>
      <dsp:txXfrm>
        <a:off x="1217741" y="168472"/>
        <a:ext cx="519905" cy="519905"/>
      </dsp:txXfrm>
    </dsp:sp>
    <dsp:sp modelId="{868725C0-BA9C-A546-B857-9622D3B42F36}">
      <dsp:nvSpPr>
        <dsp:cNvPr id="0" name=""/>
        <dsp:cNvSpPr/>
      </dsp:nvSpPr>
      <dsp:spPr>
        <a:xfrm>
          <a:off x="569138" y="760823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33S</a:t>
          </a:r>
          <a:endParaRPr lang="en-US" sz="1000" kern="1200" dirty="0"/>
        </a:p>
      </dsp:txBody>
      <dsp:txXfrm>
        <a:off x="597264" y="788949"/>
        <a:ext cx="519905" cy="519905"/>
      </dsp:txXfrm>
    </dsp:sp>
    <dsp:sp modelId="{16BD63B3-3E49-F646-B6A3-6E5BE5D244D7}">
      <dsp:nvSpPr>
        <dsp:cNvPr id="0" name=""/>
        <dsp:cNvSpPr/>
      </dsp:nvSpPr>
      <dsp:spPr>
        <a:xfrm>
          <a:off x="1189615" y="760823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151E</a:t>
          </a:r>
          <a:endParaRPr lang="en-US" sz="1000" kern="1200" dirty="0"/>
        </a:p>
      </dsp:txBody>
      <dsp:txXfrm>
        <a:off x="1217741" y="788949"/>
        <a:ext cx="519905" cy="51990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579E20-3D09-5C40-AC1E-B42FCD3CA397}">
      <dsp:nvSpPr>
        <dsp:cNvPr id="0" name=""/>
        <dsp:cNvSpPr/>
      </dsp:nvSpPr>
      <dsp:spPr>
        <a:xfrm>
          <a:off x="428792" y="0"/>
          <a:ext cx="1477328" cy="1477328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0B95AB3-D150-574A-BF7F-7CB23DC00A26}">
      <dsp:nvSpPr>
        <dsp:cNvPr id="0" name=""/>
        <dsp:cNvSpPr/>
      </dsp:nvSpPr>
      <dsp:spPr>
        <a:xfrm>
          <a:off x="569138" y="140346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smtClean="0"/>
            <a:t>City instance</a:t>
          </a:r>
          <a:endParaRPr lang="en-US" sz="1000" kern="1200"/>
        </a:p>
      </dsp:txBody>
      <dsp:txXfrm>
        <a:off x="597264" y="168472"/>
        <a:ext cx="519905" cy="519905"/>
      </dsp:txXfrm>
    </dsp:sp>
    <dsp:sp modelId="{1F131FD5-83EC-0349-B928-2803720C7664}">
      <dsp:nvSpPr>
        <dsp:cNvPr id="0" name=""/>
        <dsp:cNvSpPr/>
      </dsp:nvSpPr>
      <dsp:spPr>
        <a:xfrm>
          <a:off x="1189615" y="140346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Madrid</a:t>
          </a:r>
          <a:endParaRPr lang="en-US" sz="1000" kern="1200" dirty="0"/>
        </a:p>
      </dsp:txBody>
      <dsp:txXfrm>
        <a:off x="1217741" y="168472"/>
        <a:ext cx="519905" cy="519905"/>
      </dsp:txXfrm>
    </dsp:sp>
    <dsp:sp modelId="{868725C0-BA9C-A546-B857-9622D3B42F36}">
      <dsp:nvSpPr>
        <dsp:cNvPr id="0" name=""/>
        <dsp:cNvSpPr/>
      </dsp:nvSpPr>
      <dsp:spPr>
        <a:xfrm>
          <a:off x="569138" y="760823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40N</a:t>
          </a:r>
          <a:endParaRPr lang="en-US" sz="1000" kern="1200" dirty="0"/>
        </a:p>
      </dsp:txBody>
      <dsp:txXfrm>
        <a:off x="597264" y="788949"/>
        <a:ext cx="519905" cy="519905"/>
      </dsp:txXfrm>
    </dsp:sp>
    <dsp:sp modelId="{16BD63B3-3E49-F646-B6A3-6E5BE5D244D7}">
      <dsp:nvSpPr>
        <dsp:cNvPr id="0" name=""/>
        <dsp:cNvSpPr/>
      </dsp:nvSpPr>
      <dsp:spPr>
        <a:xfrm>
          <a:off x="1189615" y="760823"/>
          <a:ext cx="576157" cy="57615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6000"/>
                <a:satMod val="120000"/>
                <a:lumMod val="12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89000"/>
                <a:lumMod val="90000"/>
              </a:schemeClr>
            </a:gs>
          </a:gsLst>
          <a:lin ang="5400000" scaled="0"/>
        </a:gradFill>
        <a:ln>
          <a:noFill/>
        </a:ln>
        <a:effectLst>
          <a:outerShdw blurRad="50800" dist="25400" dir="5400000" rotWithShape="0">
            <a:srgbClr val="000000">
              <a:alpha val="38000"/>
            </a:srgbClr>
          </a:outerShdw>
        </a:effectLst>
        <a:scene3d>
          <a:camera prst="orthographicFront">
            <a:rot lat="0" lon="0" rev="0"/>
          </a:camera>
          <a:lightRig rig="flat" dir="tl">
            <a:rot lat="0" lon="0" rev="6360000"/>
          </a:lightRig>
        </a:scene3d>
        <a:sp3d prstMaterial="flat">
          <a:bevelT w="12700" h="12700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lvl="0" algn="ctr" defTabSz="444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000" kern="1200" dirty="0" smtClean="0"/>
            <a:t>3W</a:t>
          </a:r>
          <a:endParaRPr lang="en-US" sz="1000" kern="1200" dirty="0"/>
        </a:p>
      </dsp:txBody>
      <dsp:txXfrm>
        <a:off x="1217741" y="788949"/>
        <a:ext cx="519905" cy="51990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3D6FA6C3-894D-9342-858C-89781436E0BA}" type="datetimeFigureOut">
              <a:rPr lang="en-US"/>
              <a:pPr>
                <a:defRPr/>
              </a:pPr>
              <a:t>2/12/15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1C915EBA-7225-EA45-954F-AB711B4338E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512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F11027A8-00FB-C24C-8EBA-1EDF84C5EE30}" type="datetimeFigureOut">
              <a:rPr lang="en-US"/>
              <a:pPr>
                <a:defRPr/>
              </a:pPr>
              <a:t>2/12/15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x-none" noProof="0" smtClean="0"/>
              <a:t>Click to edit Master text styles</a:t>
            </a:r>
          </a:p>
          <a:p>
            <a:pPr lvl="1"/>
            <a:r>
              <a:rPr lang="x-none" noProof="0" smtClean="0"/>
              <a:t>Second level</a:t>
            </a:r>
          </a:p>
          <a:p>
            <a:pPr lvl="2"/>
            <a:r>
              <a:rPr lang="x-none" noProof="0" smtClean="0"/>
              <a:t>Third level</a:t>
            </a:r>
          </a:p>
          <a:p>
            <a:pPr lvl="3"/>
            <a:r>
              <a:rPr lang="x-none" noProof="0" smtClean="0"/>
              <a:t>Fourth level</a:t>
            </a:r>
          </a:p>
          <a:p>
            <a:pPr lvl="4"/>
            <a:r>
              <a:rPr lang="x-none" noProof="0" smtClean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BEB6E1B7-B6E5-514A-9283-C0DC69B17F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4351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 dirty="0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val="1"/>
            </a:ext>
          </a:extLst>
        </p:spPr>
      </p:sp>
      <p:sp>
        <p:nvSpPr>
          <p:cNvPr id="21506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val="1"/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>
              <a:latin typeface="Calibri" charset="0"/>
            </a:endParaRPr>
          </a:p>
        </p:txBody>
      </p:sp>
      <p:sp>
        <p:nvSpPr>
          <p:cNvPr id="2150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D925DA98-8938-FA4F-B19D-C0BD4794D78C}" type="slidenum">
              <a:rPr lang="en-US">
                <a:latin typeface="Calibri" charset="0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latin typeface="Calibri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228600" y="228600"/>
            <a:ext cx="8695944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9"/>
          <p:cNvGrpSpPr>
            <a:grpSpLocks noChangeAspect="1"/>
          </p:cNvGrpSpPr>
          <p:nvPr/>
        </p:nvGrpSpPr>
        <p:grpSpPr bwMode="hidden">
          <a:xfrm>
            <a:off x="211665" y="5353963"/>
            <a:ext cx="8723376" cy="1331580"/>
            <a:chOff x="-3905250" y="4294188"/>
            <a:chExt cx="13011150" cy="1892300"/>
          </a:xfrm>
        </p:grpSpPr>
        <p:sp>
          <p:nvSpPr>
            <p:cNvPr id="11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4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15" name="Freeform 10"/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1780108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556001"/>
            <a:ext cx="64008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655137A-6FB0-1C4E-94C3-267D0A594E98}" type="datetime4">
              <a:rPr lang="en-US" smtClean="0"/>
              <a:pPr>
                <a:defRPr/>
              </a:pPr>
              <a:t>February 12, 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8AB3673-7F39-5843-8E75-30B1437A0E6E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CF16100-0000-9F4B-9427-59A4B6C5F6E8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115C37-9862-4A4D-8ED0-DA94B4E9ED92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228600"/>
            <a:ext cx="8695944" cy="4736592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14"/>
          <p:cNvSpPr>
            <a:spLocks/>
          </p:cNvSpPr>
          <p:nvPr/>
        </p:nvSpPr>
        <p:spPr bwMode="hidden">
          <a:xfrm>
            <a:off x="6047438" y="4203592"/>
            <a:ext cx="2876429" cy="714026"/>
          </a:xfrm>
          <a:custGeom>
            <a:avLst/>
            <a:gdLst/>
            <a:ahLst/>
            <a:cxnLst>
              <a:cxn ang="0">
                <a:pos x="2700" y="0"/>
              </a:cxn>
              <a:cxn ang="0">
                <a:pos x="2700" y="0"/>
              </a:cxn>
              <a:cxn ang="0">
                <a:pos x="2586" y="18"/>
              </a:cxn>
              <a:cxn ang="0">
                <a:pos x="2470" y="38"/>
              </a:cxn>
              <a:cxn ang="0">
                <a:pos x="2352" y="60"/>
              </a:cxn>
              <a:cxn ang="0">
                <a:pos x="2230" y="82"/>
              </a:cxn>
              <a:cxn ang="0">
                <a:pos x="2106" y="108"/>
              </a:cxn>
              <a:cxn ang="0">
                <a:pos x="1978" y="134"/>
              </a:cxn>
              <a:cxn ang="0">
                <a:pos x="1848" y="164"/>
              </a:cxn>
              <a:cxn ang="0">
                <a:pos x="1714" y="194"/>
              </a:cxn>
              <a:cxn ang="0">
                <a:pos x="1714" y="194"/>
              </a:cxn>
              <a:cxn ang="0">
                <a:pos x="1472" y="252"/>
              </a:cxn>
              <a:cxn ang="0">
                <a:pos x="1236" y="304"/>
              </a:cxn>
              <a:cxn ang="0">
                <a:pos x="1010" y="352"/>
              </a:cxn>
              <a:cxn ang="0">
                <a:pos x="792" y="398"/>
              </a:cxn>
              <a:cxn ang="0">
                <a:pos x="584" y="438"/>
              </a:cxn>
              <a:cxn ang="0">
                <a:pos x="382" y="474"/>
              </a:cxn>
              <a:cxn ang="0">
                <a:pos x="188" y="508"/>
              </a:cxn>
              <a:cxn ang="0">
                <a:pos x="0" y="538"/>
              </a:cxn>
              <a:cxn ang="0">
                <a:pos x="0" y="538"/>
              </a:cxn>
              <a:cxn ang="0">
                <a:pos x="130" y="556"/>
              </a:cxn>
              <a:cxn ang="0">
                <a:pos x="254" y="572"/>
              </a:cxn>
              <a:cxn ang="0">
                <a:pos x="374" y="586"/>
              </a:cxn>
              <a:cxn ang="0">
                <a:pos x="492" y="598"/>
              </a:cxn>
              <a:cxn ang="0">
                <a:pos x="606" y="610"/>
              </a:cxn>
              <a:cxn ang="0">
                <a:pos x="716" y="618"/>
              </a:cxn>
              <a:cxn ang="0">
                <a:pos x="822" y="626"/>
              </a:cxn>
              <a:cxn ang="0">
                <a:pos x="926" y="632"/>
              </a:cxn>
              <a:cxn ang="0">
                <a:pos x="1028" y="636"/>
              </a:cxn>
              <a:cxn ang="0">
                <a:pos x="1126" y="638"/>
              </a:cxn>
              <a:cxn ang="0">
                <a:pos x="1220" y="640"/>
              </a:cxn>
              <a:cxn ang="0">
                <a:pos x="1312" y="640"/>
              </a:cxn>
              <a:cxn ang="0">
                <a:pos x="1402" y="638"/>
              </a:cxn>
              <a:cxn ang="0">
                <a:pos x="1490" y="636"/>
              </a:cxn>
              <a:cxn ang="0">
                <a:pos x="1574" y="632"/>
              </a:cxn>
              <a:cxn ang="0">
                <a:pos x="1656" y="626"/>
              </a:cxn>
              <a:cxn ang="0">
                <a:pos x="1734" y="620"/>
              </a:cxn>
              <a:cxn ang="0">
                <a:pos x="1812" y="612"/>
              </a:cxn>
              <a:cxn ang="0">
                <a:pos x="1886" y="602"/>
              </a:cxn>
              <a:cxn ang="0">
                <a:pos x="1960" y="592"/>
              </a:cxn>
              <a:cxn ang="0">
                <a:pos x="2030" y="580"/>
              </a:cxn>
              <a:cxn ang="0">
                <a:pos x="2100" y="568"/>
              </a:cxn>
              <a:cxn ang="0">
                <a:pos x="2166" y="554"/>
              </a:cxn>
              <a:cxn ang="0">
                <a:pos x="2232" y="540"/>
              </a:cxn>
              <a:cxn ang="0">
                <a:pos x="2296" y="524"/>
              </a:cxn>
              <a:cxn ang="0">
                <a:pos x="2358" y="508"/>
              </a:cxn>
              <a:cxn ang="0">
                <a:pos x="2418" y="490"/>
              </a:cxn>
              <a:cxn ang="0">
                <a:pos x="2478" y="472"/>
              </a:cxn>
              <a:cxn ang="0">
                <a:pos x="2592" y="432"/>
              </a:cxn>
              <a:cxn ang="0">
                <a:pos x="2702" y="390"/>
              </a:cxn>
              <a:cxn ang="0">
                <a:pos x="2702" y="390"/>
              </a:cxn>
              <a:cxn ang="0">
                <a:pos x="2706" y="388"/>
              </a:cxn>
              <a:cxn ang="0">
                <a:pos x="2706" y="388"/>
              </a:cxn>
              <a:cxn ang="0">
                <a:pos x="2706" y="0"/>
              </a:cxn>
              <a:cxn ang="0">
                <a:pos x="2706" y="0"/>
              </a:cxn>
              <a:cxn ang="0">
                <a:pos x="2700" y="0"/>
              </a:cxn>
              <a:cxn ang="0">
                <a:pos x="2700" y="0"/>
              </a:cxn>
            </a:cxnLst>
            <a:rect l="0" t="0" r="r" b="b"/>
            <a:pathLst>
              <a:path w="2706" h="640">
                <a:moveTo>
                  <a:pt x="2700" y="0"/>
                </a:moveTo>
                <a:lnTo>
                  <a:pt x="2700" y="0"/>
                </a:lnTo>
                <a:lnTo>
                  <a:pt x="2586" y="18"/>
                </a:lnTo>
                <a:lnTo>
                  <a:pt x="2470" y="38"/>
                </a:lnTo>
                <a:lnTo>
                  <a:pt x="2352" y="60"/>
                </a:lnTo>
                <a:lnTo>
                  <a:pt x="2230" y="82"/>
                </a:lnTo>
                <a:lnTo>
                  <a:pt x="2106" y="108"/>
                </a:lnTo>
                <a:lnTo>
                  <a:pt x="1978" y="134"/>
                </a:lnTo>
                <a:lnTo>
                  <a:pt x="1848" y="164"/>
                </a:lnTo>
                <a:lnTo>
                  <a:pt x="1714" y="194"/>
                </a:lnTo>
                <a:lnTo>
                  <a:pt x="1714" y="194"/>
                </a:lnTo>
                <a:lnTo>
                  <a:pt x="1472" y="252"/>
                </a:lnTo>
                <a:lnTo>
                  <a:pt x="1236" y="304"/>
                </a:lnTo>
                <a:lnTo>
                  <a:pt x="1010" y="352"/>
                </a:lnTo>
                <a:lnTo>
                  <a:pt x="792" y="398"/>
                </a:lnTo>
                <a:lnTo>
                  <a:pt x="584" y="438"/>
                </a:lnTo>
                <a:lnTo>
                  <a:pt x="382" y="474"/>
                </a:lnTo>
                <a:lnTo>
                  <a:pt x="188" y="508"/>
                </a:lnTo>
                <a:lnTo>
                  <a:pt x="0" y="538"/>
                </a:lnTo>
                <a:lnTo>
                  <a:pt x="0" y="538"/>
                </a:lnTo>
                <a:lnTo>
                  <a:pt x="130" y="556"/>
                </a:lnTo>
                <a:lnTo>
                  <a:pt x="254" y="572"/>
                </a:lnTo>
                <a:lnTo>
                  <a:pt x="374" y="586"/>
                </a:lnTo>
                <a:lnTo>
                  <a:pt x="492" y="598"/>
                </a:lnTo>
                <a:lnTo>
                  <a:pt x="606" y="610"/>
                </a:lnTo>
                <a:lnTo>
                  <a:pt x="716" y="618"/>
                </a:lnTo>
                <a:lnTo>
                  <a:pt x="822" y="626"/>
                </a:lnTo>
                <a:lnTo>
                  <a:pt x="926" y="632"/>
                </a:lnTo>
                <a:lnTo>
                  <a:pt x="1028" y="636"/>
                </a:lnTo>
                <a:lnTo>
                  <a:pt x="1126" y="638"/>
                </a:lnTo>
                <a:lnTo>
                  <a:pt x="1220" y="640"/>
                </a:lnTo>
                <a:lnTo>
                  <a:pt x="1312" y="640"/>
                </a:lnTo>
                <a:lnTo>
                  <a:pt x="1402" y="638"/>
                </a:lnTo>
                <a:lnTo>
                  <a:pt x="1490" y="636"/>
                </a:lnTo>
                <a:lnTo>
                  <a:pt x="1574" y="632"/>
                </a:lnTo>
                <a:lnTo>
                  <a:pt x="1656" y="626"/>
                </a:lnTo>
                <a:lnTo>
                  <a:pt x="1734" y="620"/>
                </a:lnTo>
                <a:lnTo>
                  <a:pt x="1812" y="612"/>
                </a:lnTo>
                <a:lnTo>
                  <a:pt x="1886" y="602"/>
                </a:lnTo>
                <a:lnTo>
                  <a:pt x="1960" y="592"/>
                </a:lnTo>
                <a:lnTo>
                  <a:pt x="2030" y="580"/>
                </a:lnTo>
                <a:lnTo>
                  <a:pt x="2100" y="568"/>
                </a:lnTo>
                <a:lnTo>
                  <a:pt x="2166" y="554"/>
                </a:lnTo>
                <a:lnTo>
                  <a:pt x="2232" y="540"/>
                </a:lnTo>
                <a:lnTo>
                  <a:pt x="2296" y="524"/>
                </a:lnTo>
                <a:lnTo>
                  <a:pt x="2358" y="508"/>
                </a:lnTo>
                <a:lnTo>
                  <a:pt x="2418" y="490"/>
                </a:lnTo>
                <a:lnTo>
                  <a:pt x="2478" y="472"/>
                </a:lnTo>
                <a:lnTo>
                  <a:pt x="2592" y="432"/>
                </a:lnTo>
                <a:lnTo>
                  <a:pt x="2702" y="390"/>
                </a:lnTo>
                <a:lnTo>
                  <a:pt x="2702" y="390"/>
                </a:lnTo>
                <a:lnTo>
                  <a:pt x="2706" y="388"/>
                </a:lnTo>
                <a:lnTo>
                  <a:pt x="2706" y="388"/>
                </a:lnTo>
                <a:lnTo>
                  <a:pt x="2706" y="0"/>
                </a:lnTo>
                <a:lnTo>
                  <a:pt x="2706" y="0"/>
                </a:lnTo>
                <a:lnTo>
                  <a:pt x="2700" y="0"/>
                </a:lnTo>
                <a:lnTo>
                  <a:pt x="2700" y="0"/>
                </a:lnTo>
                <a:close/>
              </a:path>
            </a:pathLst>
          </a:custGeom>
          <a:solidFill>
            <a:schemeClr val="bg2">
              <a:alpha val="29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Freeform 18"/>
          <p:cNvSpPr>
            <a:spLocks/>
          </p:cNvSpPr>
          <p:nvPr/>
        </p:nvSpPr>
        <p:spPr bwMode="hidden">
          <a:xfrm>
            <a:off x="2619320" y="4075290"/>
            <a:ext cx="5544515" cy="850138"/>
          </a:xfrm>
          <a:custGeom>
            <a:avLst/>
            <a:gdLst/>
            <a:ahLst/>
            <a:cxnLst>
              <a:cxn ang="0">
                <a:pos x="5216" y="714"/>
              </a:cxn>
              <a:cxn ang="0">
                <a:pos x="4984" y="686"/>
              </a:cxn>
              <a:cxn ang="0">
                <a:pos x="4478" y="610"/>
              </a:cxn>
              <a:cxn ang="0">
                <a:pos x="3914" y="508"/>
              </a:cxn>
              <a:cxn ang="0">
                <a:pos x="3286" y="374"/>
              </a:cxn>
              <a:cxn ang="0">
                <a:pos x="2946" y="296"/>
              </a:cxn>
              <a:cxn ang="0">
                <a:pos x="2682" y="236"/>
              </a:cxn>
              <a:cxn ang="0">
                <a:pos x="2430" y="184"/>
              </a:cxn>
              <a:cxn ang="0">
                <a:pos x="2190" y="140"/>
              </a:cxn>
              <a:cxn ang="0">
                <a:pos x="1960" y="102"/>
              </a:cxn>
              <a:cxn ang="0">
                <a:pos x="1740" y="72"/>
              </a:cxn>
              <a:cxn ang="0">
                <a:pos x="1334" y="28"/>
              </a:cxn>
              <a:cxn ang="0">
                <a:pos x="970" y="4"/>
              </a:cxn>
              <a:cxn ang="0">
                <a:pos x="644" y="0"/>
              </a:cxn>
              <a:cxn ang="0">
                <a:pos x="358" y="10"/>
              </a:cxn>
              <a:cxn ang="0">
                <a:pos x="110" y="32"/>
              </a:cxn>
              <a:cxn ang="0">
                <a:pos x="0" y="48"/>
              </a:cxn>
              <a:cxn ang="0">
                <a:pos x="314" y="86"/>
              </a:cxn>
              <a:cxn ang="0">
                <a:pos x="652" y="140"/>
              </a:cxn>
              <a:cxn ang="0">
                <a:pos x="1014" y="210"/>
              </a:cxn>
              <a:cxn ang="0">
                <a:pos x="1402" y="296"/>
              </a:cxn>
              <a:cxn ang="0">
                <a:pos x="1756" y="378"/>
              </a:cxn>
              <a:cxn ang="0">
                <a:pos x="2408" y="516"/>
              </a:cxn>
              <a:cxn ang="0">
                <a:pos x="2708" y="572"/>
              </a:cxn>
              <a:cxn ang="0">
                <a:pos x="2992" y="620"/>
              </a:cxn>
              <a:cxn ang="0">
                <a:pos x="3260" y="662"/>
              </a:cxn>
              <a:cxn ang="0">
                <a:pos x="3512" y="694"/>
              </a:cxn>
              <a:cxn ang="0">
                <a:pos x="3750" y="722"/>
              </a:cxn>
              <a:cxn ang="0">
                <a:pos x="3974" y="740"/>
              </a:cxn>
              <a:cxn ang="0">
                <a:pos x="4184" y="754"/>
              </a:cxn>
              <a:cxn ang="0">
                <a:pos x="4384" y="762"/>
              </a:cxn>
              <a:cxn ang="0">
                <a:pos x="4570" y="762"/>
              </a:cxn>
              <a:cxn ang="0">
                <a:pos x="4746" y="758"/>
              </a:cxn>
              <a:cxn ang="0">
                <a:pos x="4912" y="748"/>
              </a:cxn>
              <a:cxn ang="0">
                <a:pos x="5068" y="732"/>
              </a:cxn>
              <a:cxn ang="0">
                <a:pos x="5216" y="714"/>
              </a:cxn>
            </a:cxnLst>
            <a:rect l="0" t="0" r="r" b="b"/>
            <a:pathLst>
              <a:path w="5216" h="762">
                <a:moveTo>
                  <a:pt x="5216" y="714"/>
                </a:moveTo>
                <a:lnTo>
                  <a:pt x="5216" y="714"/>
                </a:lnTo>
                <a:lnTo>
                  <a:pt x="5102" y="700"/>
                </a:lnTo>
                <a:lnTo>
                  <a:pt x="4984" y="686"/>
                </a:lnTo>
                <a:lnTo>
                  <a:pt x="4738" y="652"/>
                </a:lnTo>
                <a:lnTo>
                  <a:pt x="4478" y="610"/>
                </a:lnTo>
                <a:lnTo>
                  <a:pt x="4204" y="564"/>
                </a:lnTo>
                <a:lnTo>
                  <a:pt x="3914" y="508"/>
                </a:lnTo>
                <a:lnTo>
                  <a:pt x="3608" y="446"/>
                </a:lnTo>
                <a:lnTo>
                  <a:pt x="3286" y="374"/>
                </a:lnTo>
                <a:lnTo>
                  <a:pt x="2946" y="296"/>
                </a:lnTo>
                <a:lnTo>
                  <a:pt x="2946" y="296"/>
                </a:lnTo>
                <a:lnTo>
                  <a:pt x="2812" y="266"/>
                </a:lnTo>
                <a:lnTo>
                  <a:pt x="2682" y="236"/>
                </a:lnTo>
                <a:lnTo>
                  <a:pt x="2556" y="210"/>
                </a:lnTo>
                <a:lnTo>
                  <a:pt x="2430" y="184"/>
                </a:lnTo>
                <a:lnTo>
                  <a:pt x="2308" y="162"/>
                </a:lnTo>
                <a:lnTo>
                  <a:pt x="2190" y="140"/>
                </a:lnTo>
                <a:lnTo>
                  <a:pt x="2074" y="120"/>
                </a:lnTo>
                <a:lnTo>
                  <a:pt x="1960" y="102"/>
                </a:lnTo>
                <a:lnTo>
                  <a:pt x="1850" y="86"/>
                </a:lnTo>
                <a:lnTo>
                  <a:pt x="1740" y="72"/>
                </a:lnTo>
                <a:lnTo>
                  <a:pt x="1532" y="46"/>
                </a:lnTo>
                <a:lnTo>
                  <a:pt x="1334" y="28"/>
                </a:lnTo>
                <a:lnTo>
                  <a:pt x="1148" y="14"/>
                </a:lnTo>
                <a:lnTo>
                  <a:pt x="970" y="4"/>
                </a:lnTo>
                <a:lnTo>
                  <a:pt x="802" y="0"/>
                </a:lnTo>
                <a:lnTo>
                  <a:pt x="644" y="0"/>
                </a:lnTo>
                <a:lnTo>
                  <a:pt x="496" y="4"/>
                </a:lnTo>
                <a:lnTo>
                  <a:pt x="358" y="10"/>
                </a:lnTo>
                <a:lnTo>
                  <a:pt x="230" y="20"/>
                </a:lnTo>
                <a:lnTo>
                  <a:pt x="110" y="32"/>
                </a:lnTo>
                <a:lnTo>
                  <a:pt x="0" y="48"/>
                </a:lnTo>
                <a:lnTo>
                  <a:pt x="0" y="48"/>
                </a:lnTo>
                <a:lnTo>
                  <a:pt x="154" y="66"/>
                </a:lnTo>
                <a:lnTo>
                  <a:pt x="314" y="86"/>
                </a:lnTo>
                <a:lnTo>
                  <a:pt x="480" y="112"/>
                </a:lnTo>
                <a:lnTo>
                  <a:pt x="652" y="140"/>
                </a:lnTo>
                <a:lnTo>
                  <a:pt x="830" y="174"/>
                </a:lnTo>
                <a:lnTo>
                  <a:pt x="1014" y="210"/>
                </a:lnTo>
                <a:lnTo>
                  <a:pt x="1206" y="250"/>
                </a:lnTo>
                <a:lnTo>
                  <a:pt x="1402" y="296"/>
                </a:lnTo>
                <a:lnTo>
                  <a:pt x="1402" y="296"/>
                </a:lnTo>
                <a:lnTo>
                  <a:pt x="1756" y="378"/>
                </a:lnTo>
                <a:lnTo>
                  <a:pt x="2092" y="450"/>
                </a:lnTo>
                <a:lnTo>
                  <a:pt x="2408" y="516"/>
                </a:lnTo>
                <a:lnTo>
                  <a:pt x="2562" y="544"/>
                </a:lnTo>
                <a:lnTo>
                  <a:pt x="2708" y="572"/>
                </a:lnTo>
                <a:lnTo>
                  <a:pt x="2852" y="598"/>
                </a:lnTo>
                <a:lnTo>
                  <a:pt x="2992" y="620"/>
                </a:lnTo>
                <a:lnTo>
                  <a:pt x="3128" y="642"/>
                </a:lnTo>
                <a:lnTo>
                  <a:pt x="3260" y="662"/>
                </a:lnTo>
                <a:lnTo>
                  <a:pt x="3388" y="678"/>
                </a:lnTo>
                <a:lnTo>
                  <a:pt x="3512" y="694"/>
                </a:lnTo>
                <a:lnTo>
                  <a:pt x="3632" y="708"/>
                </a:lnTo>
                <a:lnTo>
                  <a:pt x="3750" y="722"/>
                </a:lnTo>
                <a:lnTo>
                  <a:pt x="3864" y="732"/>
                </a:lnTo>
                <a:lnTo>
                  <a:pt x="3974" y="740"/>
                </a:lnTo>
                <a:lnTo>
                  <a:pt x="4080" y="748"/>
                </a:lnTo>
                <a:lnTo>
                  <a:pt x="4184" y="754"/>
                </a:lnTo>
                <a:lnTo>
                  <a:pt x="4286" y="758"/>
                </a:lnTo>
                <a:lnTo>
                  <a:pt x="4384" y="762"/>
                </a:lnTo>
                <a:lnTo>
                  <a:pt x="4478" y="762"/>
                </a:lnTo>
                <a:lnTo>
                  <a:pt x="4570" y="762"/>
                </a:lnTo>
                <a:lnTo>
                  <a:pt x="4660" y="760"/>
                </a:lnTo>
                <a:lnTo>
                  <a:pt x="4746" y="758"/>
                </a:lnTo>
                <a:lnTo>
                  <a:pt x="4830" y="754"/>
                </a:lnTo>
                <a:lnTo>
                  <a:pt x="4912" y="748"/>
                </a:lnTo>
                <a:lnTo>
                  <a:pt x="4992" y="740"/>
                </a:lnTo>
                <a:lnTo>
                  <a:pt x="5068" y="732"/>
                </a:lnTo>
                <a:lnTo>
                  <a:pt x="5144" y="724"/>
                </a:lnTo>
                <a:lnTo>
                  <a:pt x="5216" y="714"/>
                </a:lnTo>
                <a:lnTo>
                  <a:pt x="5216" y="714"/>
                </a:lnTo>
                <a:close/>
              </a:path>
            </a:pathLst>
          </a:custGeom>
          <a:solidFill>
            <a:schemeClr val="bg2">
              <a:alpha val="40000"/>
            </a:schemeClr>
          </a:solidFill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Freeform 22"/>
          <p:cNvSpPr>
            <a:spLocks/>
          </p:cNvSpPr>
          <p:nvPr/>
        </p:nvSpPr>
        <p:spPr bwMode="hidden">
          <a:xfrm>
            <a:off x="2828728" y="4087562"/>
            <a:ext cx="5467980" cy="774272"/>
          </a:xfrm>
          <a:custGeom>
            <a:avLst/>
            <a:gdLst/>
            <a:ahLst/>
            <a:cxnLst>
              <a:cxn ang="0">
                <a:pos x="0" y="70"/>
              </a:cxn>
              <a:cxn ang="0">
                <a:pos x="0" y="70"/>
              </a:cxn>
              <a:cxn ang="0">
                <a:pos x="18" y="66"/>
              </a:cxn>
              <a:cxn ang="0">
                <a:pos x="72" y="56"/>
              </a:cxn>
              <a:cxn ang="0">
                <a:pos x="164" y="42"/>
              </a:cxn>
              <a:cxn ang="0">
                <a:pos x="224" y="34"/>
              </a:cxn>
              <a:cxn ang="0">
                <a:pos x="294" y="26"/>
              </a:cxn>
              <a:cxn ang="0">
                <a:pos x="372" y="20"/>
              </a:cxn>
              <a:cxn ang="0">
                <a:pos x="462" y="14"/>
              </a:cxn>
              <a:cxn ang="0">
                <a:pos x="560" y="8"/>
              </a:cxn>
              <a:cxn ang="0">
                <a:pos x="670" y="4"/>
              </a:cxn>
              <a:cxn ang="0">
                <a:pos x="790" y="2"/>
              </a:cxn>
              <a:cxn ang="0">
                <a:pos x="920" y="0"/>
              </a:cxn>
              <a:cxn ang="0">
                <a:pos x="1060" y="2"/>
              </a:cxn>
              <a:cxn ang="0">
                <a:pos x="1210" y="6"/>
              </a:cxn>
              <a:cxn ang="0">
                <a:pos x="1372" y="14"/>
              </a:cxn>
              <a:cxn ang="0">
                <a:pos x="1544" y="24"/>
              </a:cxn>
              <a:cxn ang="0">
                <a:pos x="1726" y="40"/>
              </a:cxn>
              <a:cxn ang="0">
                <a:pos x="1920" y="58"/>
              </a:cxn>
              <a:cxn ang="0">
                <a:pos x="2126" y="80"/>
              </a:cxn>
              <a:cxn ang="0">
                <a:pos x="2342" y="106"/>
              </a:cxn>
              <a:cxn ang="0">
                <a:pos x="2570" y="138"/>
              </a:cxn>
              <a:cxn ang="0">
                <a:pos x="2808" y="174"/>
              </a:cxn>
              <a:cxn ang="0">
                <a:pos x="3058" y="216"/>
              </a:cxn>
              <a:cxn ang="0">
                <a:pos x="3320" y="266"/>
              </a:cxn>
              <a:cxn ang="0">
                <a:pos x="3594" y="320"/>
              </a:cxn>
              <a:cxn ang="0">
                <a:pos x="3880" y="380"/>
              </a:cxn>
              <a:cxn ang="0">
                <a:pos x="4178" y="448"/>
              </a:cxn>
              <a:cxn ang="0">
                <a:pos x="4488" y="522"/>
              </a:cxn>
              <a:cxn ang="0">
                <a:pos x="4810" y="604"/>
              </a:cxn>
              <a:cxn ang="0">
                <a:pos x="5144" y="694"/>
              </a:cxn>
            </a:cxnLst>
            <a:rect l="0" t="0" r="r" b="b"/>
            <a:pathLst>
              <a:path w="5144" h="694">
                <a:moveTo>
                  <a:pt x="0" y="70"/>
                </a:moveTo>
                <a:lnTo>
                  <a:pt x="0" y="70"/>
                </a:lnTo>
                <a:lnTo>
                  <a:pt x="18" y="66"/>
                </a:lnTo>
                <a:lnTo>
                  <a:pt x="72" y="56"/>
                </a:lnTo>
                <a:lnTo>
                  <a:pt x="164" y="42"/>
                </a:lnTo>
                <a:lnTo>
                  <a:pt x="224" y="34"/>
                </a:lnTo>
                <a:lnTo>
                  <a:pt x="294" y="26"/>
                </a:lnTo>
                <a:lnTo>
                  <a:pt x="372" y="20"/>
                </a:lnTo>
                <a:lnTo>
                  <a:pt x="462" y="14"/>
                </a:lnTo>
                <a:lnTo>
                  <a:pt x="560" y="8"/>
                </a:lnTo>
                <a:lnTo>
                  <a:pt x="670" y="4"/>
                </a:lnTo>
                <a:lnTo>
                  <a:pt x="790" y="2"/>
                </a:lnTo>
                <a:lnTo>
                  <a:pt x="920" y="0"/>
                </a:lnTo>
                <a:lnTo>
                  <a:pt x="1060" y="2"/>
                </a:lnTo>
                <a:lnTo>
                  <a:pt x="1210" y="6"/>
                </a:lnTo>
                <a:lnTo>
                  <a:pt x="1372" y="14"/>
                </a:lnTo>
                <a:lnTo>
                  <a:pt x="1544" y="24"/>
                </a:lnTo>
                <a:lnTo>
                  <a:pt x="1726" y="40"/>
                </a:lnTo>
                <a:lnTo>
                  <a:pt x="1920" y="58"/>
                </a:lnTo>
                <a:lnTo>
                  <a:pt x="2126" y="80"/>
                </a:lnTo>
                <a:lnTo>
                  <a:pt x="2342" y="106"/>
                </a:lnTo>
                <a:lnTo>
                  <a:pt x="2570" y="138"/>
                </a:lnTo>
                <a:lnTo>
                  <a:pt x="2808" y="174"/>
                </a:lnTo>
                <a:lnTo>
                  <a:pt x="3058" y="216"/>
                </a:lnTo>
                <a:lnTo>
                  <a:pt x="3320" y="266"/>
                </a:lnTo>
                <a:lnTo>
                  <a:pt x="3594" y="320"/>
                </a:lnTo>
                <a:lnTo>
                  <a:pt x="3880" y="380"/>
                </a:lnTo>
                <a:lnTo>
                  <a:pt x="4178" y="448"/>
                </a:lnTo>
                <a:lnTo>
                  <a:pt x="4488" y="522"/>
                </a:lnTo>
                <a:lnTo>
                  <a:pt x="4810" y="604"/>
                </a:lnTo>
                <a:lnTo>
                  <a:pt x="5144" y="694"/>
                </a:lnTo>
              </a:path>
            </a:pathLst>
          </a:custGeom>
          <a:noFill/>
          <a:ln w="12">
            <a:solidFill>
              <a:srgbClr val="FFFFFF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Freeform 26"/>
          <p:cNvSpPr>
            <a:spLocks/>
          </p:cNvSpPr>
          <p:nvPr/>
        </p:nvSpPr>
        <p:spPr bwMode="hidden">
          <a:xfrm>
            <a:off x="5609489" y="4074174"/>
            <a:ext cx="3308000" cy="651549"/>
          </a:xfrm>
          <a:custGeom>
            <a:avLst/>
            <a:gdLst/>
            <a:ahLst/>
            <a:cxnLst>
              <a:cxn ang="0">
                <a:pos x="0" y="584"/>
              </a:cxn>
              <a:cxn ang="0">
                <a:pos x="0" y="584"/>
              </a:cxn>
              <a:cxn ang="0">
                <a:pos x="90" y="560"/>
              </a:cxn>
              <a:cxn ang="0">
                <a:pos x="336" y="498"/>
              </a:cxn>
              <a:cxn ang="0">
                <a:pos x="506" y="456"/>
              </a:cxn>
              <a:cxn ang="0">
                <a:pos x="702" y="410"/>
              </a:cxn>
              <a:cxn ang="0">
                <a:pos x="920" y="360"/>
              </a:cxn>
              <a:cxn ang="0">
                <a:pos x="1154" y="306"/>
              </a:cxn>
              <a:cxn ang="0">
                <a:pos x="1402" y="254"/>
              </a:cxn>
              <a:cxn ang="0">
                <a:pos x="1656" y="202"/>
              </a:cxn>
              <a:cxn ang="0">
                <a:pos x="1916" y="154"/>
              </a:cxn>
              <a:cxn ang="0">
                <a:pos x="2174" y="108"/>
              </a:cxn>
              <a:cxn ang="0">
                <a:pos x="2302" y="88"/>
              </a:cxn>
              <a:cxn ang="0">
                <a:pos x="2426" y="68"/>
              </a:cxn>
              <a:cxn ang="0">
                <a:pos x="2550" y="52"/>
              </a:cxn>
              <a:cxn ang="0">
                <a:pos x="2670" y="36"/>
              </a:cxn>
              <a:cxn ang="0">
                <a:pos x="2788" y="24"/>
              </a:cxn>
              <a:cxn ang="0">
                <a:pos x="2900" y="14"/>
              </a:cxn>
              <a:cxn ang="0">
                <a:pos x="3008" y="6"/>
              </a:cxn>
              <a:cxn ang="0">
                <a:pos x="3112" y="0"/>
              </a:cxn>
            </a:cxnLst>
            <a:rect l="0" t="0" r="r" b="b"/>
            <a:pathLst>
              <a:path w="3112" h="584">
                <a:moveTo>
                  <a:pt x="0" y="584"/>
                </a:moveTo>
                <a:lnTo>
                  <a:pt x="0" y="584"/>
                </a:lnTo>
                <a:lnTo>
                  <a:pt x="90" y="560"/>
                </a:lnTo>
                <a:lnTo>
                  <a:pt x="336" y="498"/>
                </a:lnTo>
                <a:lnTo>
                  <a:pt x="506" y="456"/>
                </a:lnTo>
                <a:lnTo>
                  <a:pt x="702" y="410"/>
                </a:lnTo>
                <a:lnTo>
                  <a:pt x="920" y="360"/>
                </a:lnTo>
                <a:lnTo>
                  <a:pt x="1154" y="306"/>
                </a:lnTo>
                <a:lnTo>
                  <a:pt x="1402" y="254"/>
                </a:lnTo>
                <a:lnTo>
                  <a:pt x="1656" y="202"/>
                </a:lnTo>
                <a:lnTo>
                  <a:pt x="1916" y="154"/>
                </a:lnTo>
                <a:lnTo>
                  <a:pt x="2174" y="108"/>
                </a:lnTo>
                <a:lnTo>
                  <a:pt x="2302" y="88"/>
                </a:lnTo>
                <a:lnTo>
                  <a:pt x="2426" y="68"/>
                </a:lnTo>
                <a:lnTo>
                  <a:pt x="2550" y="52"/>
                </a:lnTo>
                <a:lnTo>
                  <a:pt x="2670" y="36"/>
                </a:lnTo>
                <a:lnTo>
                  <a:pt x="2788" y="24"/>
                </a:lnTo>
                <a:lnTo>
                  <a:pt x="2900" y="14"/>
                </a:lnTo>
                <a:lnTo>
                  <a:pt x="3008" y="6"/>
                </a:lnTo>
                <a:lnTo>
                  <a:pt x="3112" y="0"/>
                </a:lnTo>
              </a:path>
            </a:pathLst>
          </a:custGeom>
          <a:noFill/>
          <a:ln w="12">
            <a:solidFill>
              <a:srgbClr val="FFFFFF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 useBgFill="1">
        <p:nvSpPr>
          <p:cNvPr id="13" name="Freeform 10"/>
          <p:cNvSpPr>
            <a:spLocks/>
          </p:cNvSpPr>
          <p:nvPr/>
        </p:nvSpPr>
        <p:spPr bwMode="hidden">
          <a:xfrm>
            <a:off x="211665" y="4058555"/>
            <a:ext cx="8723376" cy="1329874"/>
          </a:xfrm>
          <a:custGeom>
            <a:avLst/>
            <a:gdLst/>
            <a:ahLst/>
            <a:cxnLst>
              <a:cxn ang="0">
                <a:pos x="8192" y="512"/>
              </a:cxn>
              <a:cxn ang="0">
                <a:pos x="8040" y="570"/>
              </a:cxn>
              <a:cxn ang="0">
                <a:pos x="7878" y="620"/>
              </a:cxn>
              <a:cxn ang="0">
                <a:pos x="7706" y="666"/>
              </a:cxn>
              <a:cxn ang="0">
                <a:pos x="7522" y="702"/>
              </a:cxn>
              <a:cxn ang="0">
                <a:pos x="7322" y="730"/>
              </a:cxn>
              <a:cxn ang="0">
                <a:pos x="7106" y="750"/>
              </a:cxn>
              <a:cxn ang="0">
                <a:pos x="6872" y="762"/>
              </a:cxn>
              <a:cxn ang="0">
                <a:pos x="6618" y="760"/>
              </a:cxn>
              <a:cxn ang="0">
                <a:pos x="6342" y="750"/>
              </a:cxn>
              <a:cxn ang="0">
                <a:pos x="6042" y="726"/>
              </a:cxn>
              <a:cxn ang="0">
                <a:pos x="5716" y="690"/>
              </a:cxn>
              <a:cxn ang="0">
                <a:pos x="5364" y="642"/>
              </a:cxn>
              <a:cxn ang="0">
                <a:pos x="4982" y="578"/>
              </a:cxn>
              <a:cxn ang="0">
                <a:pos x="4568" y="500"/>
              </a:cxn>
              <a:cxn ang="0">
                <a:pos x="4122" y="406"/>
              </a:cxn>
              <a:cxn ang="0">
                <a:pos x="3640" y="296"/>
              </a:cxn>
              <a:cxn ang="0">
                <a:pos x="3396" y="240"/>
              </a:cxn>
              <a:cxn ang="0">
                <a:pos x="2934" y="148"/>
              </a:cxn>
              <a:cxn ang="0">
                <a:pos x="2512" y="82"/>
              </a:cxn>
              <a:cxn ang="0">
                <a:pos x="2126" y="36"/>
              </a:cxn>
              <a:cxn ang="0">
                <a:pos x="1776" y="10"/>
              </a:cxn>
              <a:cxn ang="0">
                <a:pos x="1462" y="0"/>
              </a:cxn>
              <a:cxn ang="0">
                <a:pos x="1182" y="4"/>
              </a:cxn>
              <a:cxn ang="0">
                <a:pos x="934" y="20"/>
              </a:cxn>
              <a:cxn ang="0">
                <a:pos x="716" y="44"/>
              </a:cxn>
              <a:cxn ang="0">
                <a:pos x="530" y="74"/>
              </a:cxn>
              <a:cxn ang="0">
                <a:pos x="374" y="108"/>
              </a:cxn>
              <a:cxn ang="0">
                <a:pos x="248" y="144"/>
              </a:cxn>
              <a:cxn ang="0">
                <a:pos x="148" y="176"/>
              </a:cxn>
              <a:cxn ang="0">
                <a:pos x="48" y="216"/>
              </a:cxn>
              <a:cxn ang="0">
                <a:pos x="0" y="240"/>
              </a:cxn>
              <a:cxn ang="0">
                <a:pos x="8192" y="1192"/>
              </a:cxn>
              <a:cxn ang="0">
                <a:pos x="8196" y="1186"/>
              </a:cxn>
              <a:cxn ang="0">
                <a:pos x="8196" y="510"/>
              </a:cxn>
              <a:cxn ang="0">
                <a:pos x="8192" y="512"/>
              </a:cxn>
            </a:cxnLst>
            <a:rect l="0" t="0" r="r" b="b"/>
            <a:pathLst>
              <a:path w="8196" h="1192">
                <a:moveTo>
                  <a:pt x="8192" y="512"/>
                </a:moveTo>
                <a:lnTo>
                  <a:pt x="8192" y="512"/>
                </a:lnTo>
                <a:lnTo>
                  <a:pt x="8116" y="542"/>
                </a:lnTo>
                <a:lnTo>
                  <a:pt x="8040" y="570"/>
                </a:lnTo>
                <a:lnTo>
                  <a:pt x="7960" y="596"/>
                </a:lnTo>
                <a:lnTo>
                  <a:pt x="7878" y="620"/>
                </a:lnTo>
                <a:lnTo>
                  <a:pt x="7794" y="644"/>
                </a:lnTo>
                <a:lnTo>
                  <a:pt x="7706" y="666"/>
                </a:lnTo>
                <a:lnTo>
                  <a:pt x="7616" y="684"/>
                </a:lnTo>
                <a:lnTo>
                  <a:pt x="7522" y="702"/>
                </a:lnTo>
                <a:lnTo>
                  <a:pt x="7424" y="718"/>
                </a:lnTo>
                <a:lnTo>
                  <a:pt x="7322" y="730"/>
                </a:lnTo>
                <a:lnTo>
                  <a:pt x="7216" y="742"/>
                </a:lnTo>
                <a:lnTo>
                  <a:pt x="7106" y="750"/>
                </a:lnTo>
                <a:lnTo>
                  <a:pt x="6992" y="758"/>
                </a:lnTo>
                <a:lnTo>
                  <a:pt x="6872" y="762"/>
                </a:lnTo>
                <a:lnTo>
                  <a:pt x="6748" y="762"/>
                </a:lnTo>
                <a:lnTo>
                  <a:pt x="6618" y="760"/>
                </a:lnTo>
                <a:lnTo>
                  <a:pt x="6482" y="756"/>
                </a:lnTo>
                <a:lnTo>
                  <a:pt x="6342" y="750"/>
                </a:lnTo>
                <a:lnTo>
                  <a:pt x="6196" y="740"/>
                </a:lnTo>
                <a:lnTo>
                  <a:pt x="6042" y="726"/>
                </a:lnTo>
                <a:lnTo>
                  <a:pt x="5882" y="710"/>
                </a:lnTo>
                <a:lnTo>
                  <a:pt x="5716" y="690"/>
                </a:lnTo>
                <a:lnTo>
                  <a:pt x="5544" y="668"/>
                </a:lnTo>
                <a:lnTo>
                  <a:pt x="5364" y="642"/>
                </a:lnTo>
                <a:lnTo>
                  <a:pt x="5176" y="612"/>
                </a:lnTo>
                <a:lnTo>
                  <a:pt x="4982" y="578"/>
                </a:lnTo>
                <a:lnTo>
                  <a:pt x="4778" y="540"/>
                </a:lnTo>
                <a:lnTo>
                  <a:pt x="4568" y="500"/>
                </a:lnTo>
                <a:lnTo>
                  <a:pt x="4348" y="454"/>
                </a:lnTo>
                <a:lnTo>
                  <a:pt x="4122" y="406"/>
                </a:lnTo>
                <a:lnTo>
                  <a:pt x="3886" y="354"/>
                </a:lnTo>
                <a:lnTo>
                  <a:pt x="3640" y="296"/>
                </a:lnTo>
                <a:lnTo>
                  <a:pt x="3640" y="296"/>
                </a:lnTo>
                <a:lnTo>
                  <a:pt x="3396" y="240"/>
                </a:lnTo>
                <a:lnTo>
                  <a:pt x="3160" y="192"/>
                </a:lnTo>
                <a:lnTo>
                  <a:pt x="2934" y="148"/>
                </a:lnTo>
                <a:lnTo>
                  <a:pt x="2718" y="112"/>
                </a:lnTo>
                <a:lnTo>
                  <a:pt x="2512" y="82"/>
                </a:lnTo>
                <a:lnTo>
                  <a:pt x="2314" y="56"/>
                </a:lnTo>
                <a:lnTo>
                  <a:pt x="2126" y="36"/>
                </a:lnTo>
                <a:lnTo>
                  <a:pt x="1948" y="20"/>
                </a:lnTo>
                <a:lnTo>
                  <a:pt x="1776" y="10"/>
                </a:lnTo>
                <a:lnTo>
                  <a:pt x="1616" y="2"/>
                </a:lnTo>
                <a:lnTo>
                  <a:pt x="1462" y="0"/>
                </a:lnTo>
                <a:lnTo>
                  <a:pt x="1318" y="0"/>
                </a:lnTo>
                <a:lnTo>
                  <a:pt x="1182" y="4"/>
                </a:lnTo>
                <a:lnTo>
                  <a:pt x="1054" y="10"/>
                </a:lnTo>
                <a:lnTo>
                  <a:pt x="934" y="20"/>
                </a:lnTo>
                <a:lnTo>
                  <a:pt x="822" y="30"/>
                </a:lnTo>
                <a:lnTo>
                  <a:pt x="716" y="44"/>
                </a:lnTo>
                <a:lnTo>
                  <a:pt x="620" y="58"/>
                </a:lnTo>
                <a:lnTo>
                  <a:pt x="530" y="74"/>
                </a:lnTo>
                <a:lnTo>
                  <a:pt x="450" y="92"/>
                </a:lnTo>
                <a:lnTo>
                  <a:pt x="374" y="108"/>
                </a:lnTo>
                <a:lnTo>
                  <a:pt x="308" y="126"/>
                </a:lnTo>
                <a:lnTo>
                  <a:pt x="248" y="144"/>
                </a:lnTo>
                <a:lnTo>
                  <a:pt x="194" y="160"/>
                </a:lnTo>
                <a:lnTo>
                  <a:pt x="148" y="176"/>
                </a:lnTo>
                <a:lnTo>
                  <a:pt x="108" y="192"/>
                </a:lnTo>
                <a:lnTo>
                  <a:pt x="48" y="216"/>
                </a:lnTo>
                <a:lnTo>
                  <a:pt x="12" y="234"/>
                </a:lnTo>
                <a:lnTo>
                  <a:pt x="0" y="240"/>
                </a:lnTo>
                <a:lnTo>
                  <a:pt x="0" y="1192"/>
                </a:lnTo>
                <a:lnTo>
                  <a:pt x="8192" y="1192"/>
                </a:lnTo>
                <a:lnTo>
                  <a:pt x="8192" y="1192"/>
                </a:lnTo>
                <a:lnTo>
                  <a:pt x="8196" y="1186"/>
                </a:lnTo>
                <a:lnTo>
                  <a:pt x="8196" y="1186"/>
                </a:lnTo>
                <a:lnTo>
                  <a:pt x="8196" y="510"/>
                </a:lnTo>
                <a:lnTo>
                  <a:pt x="8196" y="510"/>
                </a:lnTo>
                <a:lnTo>
                  <a:pt x="8192" y="512"/>
                </a:lnTo>
                <a:lnTo>
                  <a:pt x="8192" y="512"/>
                </a:lnTo>
                <a:close/>
              </a:path>
            </a:pathLst>
          </a:custGeom>
          <a:ln w="9525">
            <a:noFill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0032" y="2463560"/>
            <a:ext cx="7772400" cy="1524000"/>
          </a:xfrm>
        </p:spPr>
        <p:txBody>
          <a:bodyPr anchor="t">
            <a:normAutofit/>
          </a:bodyPr>
          <a:lstStyle>
            <a:lvl1pPr algn="ctr">
              <a:defRPr sz="4400" b="0" cap="none"/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7365" y="1437448"/>
            <a:ext cx="6417734" cy="939801"/>
          </a:xfrm>
        </p:spPr>
        <p:txBody>
          <a:bodyPr anchor="b">
            <a:normAutofit/>
          </a:bodyPr>
          <a:lstStyle>
            <a:lvl1pPr marL="0" indent="0" algn="ct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08E6BC0-9B5A-E141-AC34-D53ED23DCC8B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BF6B77E-877A-634E-8367-933DCBBB0CF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2D4F12F-EAF1-5D4C-880F-775AA42497DD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934F99-59E1-674F-B576-6D449172EE3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76655" y="2679192"/>
            <a:ext cx="3822192" cy="344728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645152" y="2679192"/>
            <a:ext cx="3822192" cy="3447288"/>
          </a:xfrm>
        </p:spPr>
        <p:txBody>
          <a:bodyPr/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678114"/>
            <a:ext cx="3822192" cy="639762"/>
          </a:xfrm>
        </p:spPr>
        <p:txBody>
          <a:bodyPr anchor="ctr"/>
          <a:lstStyle>
            <a:lvl1pPr marL="0" indent="0" algn="ctr">
              <a:buNone/>
              <a:defRPr sz="2400" b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7332" y="3429000"/>
            <a:ext cx="3820055" cy="2697163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8200" y="2678113"/>
            <a:ext cx="3822192" cy="639762"/>
          </a:xfrm>
        </p:spPr>
        <p:txBody>
          <a:bodyPr anchor="ctr"/>
          <a:lstStyle>
            <a:lvl1pPr marL="0" indent="0" algn="ctr">
              <a:buNone/>
              <a:defRPr sz="2400" b="0" i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3429000"/>
            <a:ext cx="3822192" cy="2697163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FCA0580-2F88-7044-9CC5-C84EE5CA0F77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650751-79D9-1344-AD3D-FA20E34824C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8A403FB-6F30-AC4D-8EDB-8F62E14D9E80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468FC7C-C76F-7B4C-A7EE-E50F65313949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/>
          <p:cNvSpPr/>
          <p:nvPr/>
        </p:nvSpPr>
        <p:spPr>
          <a:xfrm>
            <a:off x="228600" y="228600"/>
            <a:ext cx="8695944" cy="1426464"/>
          </a:xfrm>
          <a:prstGeom prst="roundRect">
            <a:avLst>
              <a:gd name="adj" fmla="val 7136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/>
          <p:cNvGrpSpPr>
            <a:grpSpLocks noChangeAspect="1"/>
          </p:cNvGrpSpPr>
          <p:nvPr/>
        </p:nvGrpSpPr>
        <p:grpSpPr bwMode="hidden">
          <a:xfrm>
            <a:off x="211665" y="714191"/>
            <a:ext cx="8723376" cy="1329874"/>
            <a:chOff x="-3905251" y="4294188"/>
            <a:chExt cx="13027839" cy="1892300"/>
          </a:xfrm>
        </p:grpSpPr>
        <p:sp>
          <p:nvSpPr>
            <p:cNvPr id="7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11" name="Freeform 10"/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08429B-D636-EC4D-85FC-9BD3CD488279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C0BBE-D4FC-4844-8BE2-FB25DC1A1ADE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228600" y="228600"/>
            <a:ext cx="8695944" cy="1426464"/>
          </a:xfrm>
          <a:prstGeom prst="roundRect">
            <a:avLst>
              <a:gd name="adj" fmla="val 7136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BCFDE1A-A3B7-4942-8E99-F13B05783BF1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85198C8-ACE9-D74A-862F-4CCA0EB14A8D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3581400"/>
            <a:ext cx="3352800" cy="1905001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tx2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grpSp>
        <p:nvGrpSpPr>
          <p:cNvPr id="2" name="Group 23"/>
          <p:cNvGrpSpPr>
            <a:grpSpLocks noChangeAspect="1"/>
          </p:cNvGrpSpPr>
          <p:nvPr/>
        </p:nvGrpSpPr>
        <p:grpSpPr bwMode="hidden">
          <a:xfrm>
            <a:off x="211665" y="714191"/>
            <a:ext cx="8723376" cy="1331580"/>
            <a:chOff x="-3905250" y="4294188"/>
            <a:chExt cx="13011150" cy="1892300"/>
          </a:xfrm>
        </p:grpSpPr>
        <p:sp>
          <p:nvSpPr>
            <p:cNvPr id="25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29" name="Freeform 28"/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2" name="Title 21"/>
          <p:cNvSpPr>
            <a:spLocks noGrp="1"/>
          </p:cNvSpPr>
          <p:nvPr>
            <p:ph type="title"/>
          </p:nvPr>
        </p:nvSpPr>
        <p:spPr>
          <a:xfrm>
            <a:off x="914400" y="2286000"/>
            <a:ext cx="3352800" cy="1252728"/>
          </a:xfrm>
        </p:spPr>
        <p:txBody>
          <a:bodyPr anchor="b">
            <a:noAutofit/>
          </a:bodyPr>
          <a:lstStyle>
            <a:lvl1pPr algn="l">
              <a:defRPr sz="3200">
                <a:solidFill>
                  <a:schemeClr val="tx2"/>
                </a:solidFill>
              </a:defRPr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1962" y="1828800"/>
            <a:ext cx="3904076" cy="3810000"/>
          </a:xfrm>
        </p:spPr>
        <p:txBody>
          <a:bodyPr anchor="ctr"/>
          <a:lstStyle>
            <a:lvl1pPr>
              <a:buClr>
                <a:schemeClr val="bg1"/>
              </a:buClr>
              <a:defRPr sz="2200">
                <a:solidFill>
                  <a:schemeClr val="tx2"/>
                </a:solidFill>
              </a:defRPr>
            </a:lvl1pPr>
            <a:lvl2pPr>
              <a:buClr>
                <a:schemeClr val="bg1"/>
              </a:buClr>
              <a:defRPr sz="2000">
                <a:solidFill>
                  <a:schemeClr val="tx2"/>
                </a:solidFill>
              </a:defRPr>
            </a:lvl2pPr>
            <a:lvl3pPr>
              <a:buClr>
                <a:schemeClr val="bg1"/>
              </a:buClr>
              <a:defRPr sz="1800">
                <a:solidFill>
                  <a:schemeClr val="tx2"/>
                </a:solidFill>
              </a:defRPr>
            </a:lvl3pPr>
            <a:lvl4pPr>
              <a:buClr>
                <a:schemeClr val="bg1"/>
              </a:buClr>
              <a:defRPr sz="1600">
                <a:solidFill>
                  <a:schemeClr val="tx2"/>
                </a:solidFill>
              </a:defRPr>
            </a:lvl4pPr>
            <a:lvl5pPr>
              <a:buClr>
                <a:schemeClr val="bg1"/>
              </a:buClr>
              <a:defRPr sz="1600">
                <a:solidFill>
                  <a:schemeClr val="tx2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/>
          <p:cNvSpPr/>
          <p:nvPr/>
        </p:nvSpPr>
        <p:spPr>
          <a:xfrm>
            <a:off x="228600" y="228600"/>
            <a:ext cx="8695944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 bwMode="hidden">
          <a:xfrm>
            <a:off x="211665" y="5353963"/>
            <a:ext cx="8723376" cy="1331580"/>
            <a:chOff x="-3905250" y="4294188"/>
            <a:chExt cx="13011150" cy="1892300"/>
          </a:xfrm>
        </p:grpSpPr>
        <p:sp>
          <p:nvSpPr>
            <p:cNvPr id="10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1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14" name="Freeform 10"/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74155" y="338667"/>
            <a:ext cx="3812645" cy="2429934"/>
          </a:xfrm>
        </p:spPr>
        <p:txBody>
          <a:bodyPr anchor="b">
            <a:normAutofit/>
          </a:bodyPr>
          <a:lstStyle>
            <a:lvl1pPr algn="l">
              <a:defRPr sz="2800" b="0">
                <a:solidFill>
                  <a:srgbClr val="FFFFFF"/>
                </a:solidFill>
              </a:defRPr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868333" y="2785533"/>
            <a:ext cx="3818467" cy="24214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AEDDEC9-34B2-2B47-8562-0DB2DDF36A93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54C8CE-B679-E249-8A21-F0C3828050E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38200" y="1371600"/>
            <a:ext cx="3566160" cy="2926080"/>
          </a:xfrm>
          <a:prstGeom prst="roundRect">
            <a:avLst>
              <a:gd name="adj" fmla="val 3924"/>
            </a:avLst>
          </a:prstGeom>
          <a:solidFill>
            <a:schemeClr val="accent1"/>
          </a:solidFill>
          <a:ln>
            <a:noFill/>
          </a:ln>
          <a:effectLst>
            <a:reflection blurRad="12700" stA="30000" endPos="30000" dist="5000" dir="5400000" sy="-100000" algn="bl" rotWithShape="0"/>
          </a:effectLst>
          <a:scene3d>
            <a:camera prst="perspectiveContrastingLeftFacing" fov="600000">
              <a:rot lat="240000" lon="19799999" rev="0"/>
            </a:camera>
            <a:lightRig rig="threePt" dir="t">
              <a:rot lat="0" lon="0" rev="2700000"/>
            </a:lightRig>
          </a:scene3d>
          <a:sp3d>
            <a:bevelT w="44450" h="31750"/>
          </a:sp3d>
        </p:spPr>
        <p:txBody>
          <a:bodyPr/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x-none" smtClean="0"/>
              <a:t>Drag picture to placeholder or click icon to add</a:t>
            </a:r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ctr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E753F03-5748-284E-8EA1-FA16176281C4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A80443-B5BA-1441-A0F5-E0E8C82EE85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ounded Rectangle 20"/>
          <p:cNvSpPr/>
          <p:nvPr/>
        </p:nvSpPr>
        <p:spPr bwMode="hidden">
          <a:xfrm>
            <a:off x="228600" y="228600"/>
            <a:ext cx="8695944" cy="1426464"/>
          </a:xfrm>
          <a:prstGeom prst="roundRect">
            <a:avLst>
              <a:gd name="adj" fmla="val 7136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E6883A8-6536-C340-9C9B-990BB2391E14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16EAA6B-3350-4147-9EAD-27A9D5A68388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grpSp>
        <p:nvGrpSpPr>
          <p:cNvPr id="15" name="Group 14"/>
          <p:cNvGrpSpPr>
            <a:grpSpLocks noChangeAspect="1"/>
          </p:cNvGrpSpPr>
          <p:nvPr/>
        </p:nvGrpSpPr>
        <p:grpSpPr bwMode="hidden">
          <a:xfrm>
            <a:off x="211665" y="714191"/>
            <a:ext cx="8723376" cy="1331580"/>
            <a:chOff x="-3905250" y="4294188"/>
            <a:chExt cx="13011150" cy="1892300"/>
          </a:xfrm>
        </p:grpSpPr>
        <p:sp>
          <p:nvSpPr>
            <p:cNvPr id="16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20" name="Freeform 19"/>
            <p:cNvSpPr>
              <a:spLocks/>
            </p:cNvSpPr>
            <p:nvPr/>
          </p:nvSpPr>
          <p:spPr bwMode="hidden">
            <a:xfrm>
              <a:off x="-3905250" y="4294188"/>
              <a:ext cx="13011150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447800"/>
            <a:ext cx="2057400" cy="4487333"/>
          </a:xfrm>
        </p:spPr>
        <p:txBody>
          <a:bodyPr vert="eaVert" anchor="ctr"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47800"/>
            <a:ext cx="6019800" cy="4487334"/>
          </a:xfrm>
        </p:spPr>
        <p:txBody>
          <a:bodyPr vert="eaVert"/>
          <a:lstStyle>
            <a:lvl1pPr>
              <a:buClr>
                <a:schemeClr val="accent1"/>
              </a:buClr>
              <a:defRPr/>
            </a:lvl1pPr>
            <a:lvl2pPr>
              <a:buClr>
                <a:schemeClr val="accent1"/>
              </a:buClr>
              <a:defRPr/>
            </a:lvl2pPr>
            <a:lvl3pPr>
              <a:buClr>
                <a:schemeClr val="accent1"/>
              </a:buClr>
              <a:defRPr/>
            </a:lvl3pPr>
            <a:lvl4pPr>
              <a:buClr>
                <a:schemeClr val="accent1"/>
              </a:buClr>
              <a:defRPr/>
            </a:lvl4pPr>
            <a:lvl5pPr>
              <a:buClr>
                <a:schemeClr val="accent1"/>
              </a:buClr>
              <a:defRPr/>
            </a:lvl5pPr>
          </a:lstStyle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228600" y="228600"/>
            <a:ext cx="8695944" cy="2468880"/>
          </a:xfrm>
          <a:prstGeom prst="roundRect">
            <a:avLst>
              <a:gd name="adj" fmla="val 3362"/>
            </a:avLst>
          </a:prstGeom>
          <a:gradFill>
            <a:gsLst>
              <a:gs pos="0">
                <a:schemeClr val="accent1">
                  <a:lumMod val="75000"/>
                </a:schemeClr>
              </a:gs>
              <a:gs pos="90000">
                <a:schemeClr val="accent1">
                  <a:lumMod val="60000"/>
                  <a:lumOff val="4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15"/>
          <p:cNvGrpSpPr>
            <a:grpSpLocks noChangeAspect="1"/>
          </p:cNvGrpSpPr>
          <p:nvPr/>
        </p:nvGrpSpPr>
        <p:grpSpPr bwMode="hidden">
          <a:xfrm>
            <a:off x="211665" y="1679429"/>
            <a:ext cx="8723376" cy="1329874"/>
            <a:chOff x="-3905251" y="4294188"/>
            <a:chExt cx="13027839" cy="1892300"/>
          </a:xfrm>
        </p:grpSpPr>
        <p:sp>
          <p:nvSpPr>
            <p:cNvPr id="17" name="Freeform 14"/>
            <p:cNvSpPr>
              <a:spLocks/>
            </p:cNvSpPr>
            <p:nvPr/>
          </p:nvSpPr>
          <p:spPr bwMode="hidden">
            <a:xfrm>
              <a:off x="4810125" y="4500563"/>
              <a:ext cx="4295775" cy="1016000"/>
            </a:xfrm>
            <a:custGeom>
              <a:avLst/>
              <a:gdLst/>
              <a:ahLst/>
              <a:cxnLst>
                <a:cxn ang="0">
                  <a:pos x="2700" y="0"/>
                </a:cxn>
                <a:cxn ang="0">
                  <a:pos x="2700" y="0"/>
                </a:cxn>
                <a:cxn ang="0">
                  <a:pos x="2586" y="18"/>
                </a:cxn>
                <a:cxn ang="0">
                  <a:pos x="2470" y="38"/>
                </a:cxn>
                <a:cxn ang="0">
                  <a:pos x="2352" y="60"/>
                </a:cxn>
                <a:cxn ang="0">
                  <a:pos x="2230" y="82"/>
                </a:cxn>
                <a:cxn ang="0">
                  <a:pos x="2106" y="108"/>
                </a:cxn>
                <a:cxn ang="0">
                  <a:pos x="1978" y="134"/>
                </a:cxn>
                <a:cxn ang="0">
                  <a:pos x="1848" y="164"/>
                </a:cxn>
                <a:cxn ang="0">
                  <a:pos x="1714" y="194"/>
                </a:cxn>
                <a:cxn ang="0">
                  <a:pos x="1714" y="194"/>
                </a:cxn>
                <a:cxn ang="0">
                  <a:pos x="1472" y="252"/>
                </a:cxn>
                <a:cxn ang="0">
                  <a:pos x="1236" y="304"/>
                </a:cxn>
                <a:cxn ang="0">
                  <a:pos x="1010" y="352"/>
                </a:cxn>
                <a:cxn ang="0">
                  <a:pos x="792" y="398"/>
                </a:cxn>
                <a:cxn ang="0">
                  <a:pos x="584" y="438"/>
                </a:cxn>
                <a:cxn ang="0">
                  <a:pos x="382" y="474"/>
                </a:cxn>
                <a:cxn ang="0">
                  <a:pos x="188" y="508"/>
                </a:cxn>
                <a:cxn ang="0">
                  <a:pos x="0" y="538"/>
                </a:cxn>
                <a:cxn ang="0">
                  <a:pos x="0" y="538"/>
                </a:cxn>
                <a:cxn ang="0">
                  <a:pos x="130" y="556"/>
                </a:cxn>
                <a:cxn ang="0">
                  <a:pos x="254" y="572"/>
                </a:cxn>
                <a:cxn ang="0">
                  <a:pos x="374" y="586"/>
                </a:cxn>
                <a:cxn ang="0">
                  <a:pos x="492" y="598"/>
                </a:cxn>
                <a:cxn ang="0">
                  <a:pos x="606" y="610"/>
                </a:cxn>
                <a:cxn ang="0">
                  <a:pos x="716" y="618"/>
                </a:cxn>
                <a:cxn ang="0">
                  <a:pos x="822" y="626"/>
                </a:cxn>
                <a:cxn ang="0">
                  <a:pos x="926" y="632"/>
                </a:cxn>
                <a:cxn ang="0">
                  <a:pos x="1028" y="636"/>
                </a:cxn>
                <a:cxn ang="0">
                  <a:pos x="1126" y="638"/>
                </a:cxn>
                <a:cxn ang="0">
                  <a:pos x="1220" y="640"/>
                </a:cxn>
                <a:cxn ang="0">
                  <a:pos x="1312" y="640"/>
                </a:cxn>
                <a:cxn ang="0">
                  <a:pos x="1402" y="638"/>
                </a:cxn>
                <a:cxn ang="0">
                  <a:pos x="1490" y="636"/>
                </a:cxn>
                <a:cxn ang="0">
                  <a:pos x="1574" y="632"/>
                </a:cxn>
                <a:cxn ang="0">
                  <a:pos x="1656" y="626"/>
                </a:cxn>
                <a:cxn ang="0">
                  <a:pos x="1734" y="620"/>
                </a:cxn>
                <a:cxn ang="0">
                  <a:pos x="1812" y="612"/>
                </a:cxn>
                <a:cxn ang="0">
                  <a:pos x="1886" y="602"/>
                </a:cxn>
                <a:cxn ang="0">
                  <a:pos x="1960" y="592"/>
                </a:cxn>
                <a:cxn ang="0">
                  <a:pos x="2030" y="580"/>
                </a:cxn>
                <a:cxn ang="0">
                  <a:pos x="2100" y="568"/>
                </a:cxn>
                <a:cxn ang="0">
                  <a:pos x="2166" y="554"/>
                </a:cxn>
                <a:cxn ang="0">
                  <a:pos x="2232" y="540"/>
                </a:cxn>
                <a:cxn ang="0">
                  <a:pos x="2296" y="524"/>
                </a:cxn>
                <a:cxn ang="0">
                  <a:pos x="2358" y="508"/>
                </a:cxn>
                <a:cxn ang="0">
                  <a:pos x="2418" y="490"/>
                </a:cxn>
                <a:cxn ang="0">
                  <a:pos x="2478" y="472"/>
                </a:cxn>
                <a:cxn ang="0">
                  <a:pos x="2592" y="432"/>
                </a:cxn>
                <a:cxn ang="0">
                  <a:pos x="2702" y="390"/>
                </a:cxn>
                <a:cxn ang="0">
                  <a:pos x="2702" y="390"/>
                </a:cxn>
                <a:cxn ang="0">
                  <a:pos x="2706" y="388"/>
                </a:cxn>
                <a:cxn ang="0">
                  <a:pos x="2706" y="388"/>
                </a:cxn>
                <a:cxn ang="0">
                  <a:pos x="2706" y="0"/>
                </a:cxn>
                <a:cxn ang="0">
                  <a:pos x="2706" y="0"/>
                </a:cxn>
                <a:cxn ang="0">
                  <a:pos x="2700" y="0"/>
                </a:cxn>
                <a:cxn ang="0">
                  <a:pos x="2700" y="0"/>
                </a:cxn>
              </a:cxnLst>
              <a:rect l="0" t="0" r="r" b="b"/>
              <a:pathLst>
                <a:path w="2706" h="640">
                  <a:moveTo>
                    <a:pt x="2700" y="0"/>
                  </a:moveTo>
                  <a:lnTo>
                    <a:pt x="2700" y="0"/>
                  </a:lnTo>
                  <a:lnTo>
                    <a:pt x="2586" y="18"/>
                  </a:lnTo>
                  <a:lnTo>
                    <a:pt x="2470" y="38"/>
                  </a:lnTo>
                  <a:lnTo>
                    <a:pt x="2352" y="60"/>
                  </a:lnTo>
                  <a:lnTo>
                    <a:pt x="2230" y="82"/>
                  </a:lnTo>
                  <a:lnTo>
                    <a:pt x="2106" y="108"/>
                  </a:lnTo>
                  <a:lnTo>
                    <a:pt x="1978" y="134"/>
                  </a:lnTo>
                  <a:lnTo>
                    <a:pt x="1848" y="164"/>
                  </a:lnTo>
                  <a:lnTo>
                    <a:pt x="1714" y="194"/>
                  </a:lnTo>
                  <a:lnTo>
                    <a:pt x="1714" y="194"/>
                  </a:lnTo>
                  <a:lnTo>
                    <a:pt x="1472" y="252"/>
                  </a:lnTo>
                  <a:lnTo>
                    <a:pt x="1236" y="304"/>
                  </a:lnTo>
                  <a:lnTo>
                    <a:pt x="1010" y="352"/>
                  </a:lnTo>
                  <a:lnTo>
                    <a:pt x="792" y="398"/>
                  </a:lnTo>
                  <a:lnTo>
                    <a:pt x="584" y="438"/>
                  </a:lnTo>
                  <a:lnTo>
                    <a:pt x="382" y="474"/>
                  </a:lnTo>
                  <a:lnTo>
                    <a:pt x="188" y="508"/>
                  </a:lnTo>
                  <a:lnTo>
                    <a:pt x="0" y="538"/>
                  </a:lnTo>
                  <a:lnTo>
                    <a:pt x="0" y="538"/>
                  </a:lnTo>
                  <a:lnTo>
                    <a:pt x="130" y="556"/>
                  </a:lnTo>
                  <a:lnTo>
                    <a:pt x="254" y="572"/>
                  </a:lnTo>
                  <a:lnTo>
                    <a:pt x="374" y="586"/>
                  </a:lnTo>
                  <a:lnTo>
                    <a:pt x="492" y="598"/>
                  </a:lnTo>
                  <a:lnTo>
                    <a:pt x="606" y="610"/>
                  </a:lnTo>
                  <a:lnTo>
                    <a:pt x="716" y="618"/>
                  </a:lnTo>
                  <a:lnTo>
                    <a:pt x="822" y="626"/>
                  </a:lnTo>
                  <a:lnTo>
                    <a:pt x="926" y="632"/>
                  </a:lnTo>
                  <a:lnTo>
                    <a:pt x="1028" y="636"/>
                  </a:lnTo>
                  <a:lnTo>
                    <a:pt x="1126" y="638"/>
                  </a:lnTo>
                  <a:lnTo>
                    <a:pt x="1220" y="640"/>
                  </a:lnTo>
                  <a:lnTo>
                    <a:pt x="1312" y="640"/>
                  </a:lnTo>
                  <a:lnTo>
                    <a:pt x="1402" y="638"/>
                  </a:lnTo>
                  <a:lnTo>
                    <a:pt x="1490" y="636"/>
                  </a:lnTo>
                  <a:lnTo>
                    <a:pt x="1574" y="632"/>
                  </a:lnTo>
                  <a:lnTo>
                    <a:pt x="1656" y="626"/>
                  </a:lnTo>
                  <a:lnTo>
                    <a:pt x="1734" y="620"/>
                  </a:lnTo>
                  <a:lnTo>
                    <a:pt x="1812" y="612"/>
                  </a:lnTo>
                  <a:lnTo>
                    <a:pt x="1886" y="602"/>
                  </a:lnTo>
                  <a:lnTo>
                    <a:pt x="1960" y="592"/>
                  </a:lnTo>
                  <a:lnTo>
                    <a:pt x="2030" y="580"/>
                  </a:lnTo>
                  <a:lnTo>
                    <a:pt x="2100" y="568"/>
                  </a:lnTo>
                  <a:lnTo>
                    <a:pt x="2166" y="554"/>
                  </a:lnTo>
                  <a:lnTo>
                    <a:pt x="2232" y="540"/>
                  </a:lnTo>
                  <a:lnTo>
                    <a:pt x="2296" y="524"/>
                  </a:lnTo>
                  <a:lnTo>
                    <a:pt x="2358" y="508"/>
                  </a:lnTo>
                  <a:lnTo>
                    <a:pt x="2418" y="490"/>
                  </a:lnTo>
                  <a:lnTo>
                    <a:pt x="2478" y="472"/>
                  </a:lnTo>
                  <a:lnTo>
                    <a:pt x="2592" y="432"/>
                  </a:lnTo>
                  <a:lnTo>
                    <a:pt x="2702" y="390"/>
                  </a:lnTo>
                  <a:lnTo>
                    <a:pt x="2702" y="390"/>
                  </a:lnTo>
                  <a:lnTo>
                    <a:pt x="2706" y="388"/>
                  </a:lnTo>
                  <a:lnTo>
                    <a:pt x="2706" y="388"/>
                  </a:lnTo>
                  <a:lnTo>
                    <a:pt x="2706" y="0"/>
                  </a:lnTo>
                  <a:lnTo>
                    <a:pt x="2706" y="0"/>
                  </a:lnTo>
                  <a:lnTo>
                    <a:pt x="2700" y="0"/>
                  </a:lnTo>
                  <a:lnTo>
                    <a:pt x="2700" y="0"/>
                  </a:lnTo>
                  <a:close/>
                </a:path>
              </a:pathLst>
            </a:custGeom>
            <a:solidFill>
              <a:schemeClr val="bg2">
                <a:alpha val="29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Freeform 18"/>
            <p:cNvSpPr>
              <a:spLocks/>
            </p:cNvSpPr>
            <p:nvPr/>
          </p:nvSpPr>
          <p:spPr bwMode="hidden">
            <a:xfrm>
              <a:off x="-309563" y="4318000"/>
              <a:ext cx="8280401" cy="1209675"/>
            </a:xfrm>
            <a:custGeom>
              <a:avLst/>
              <a:gdLst/>
              <a:ahLst/>
              <a:cxnLst>
                <a:cxn ang="0">
                  <a:pos x="5216" y="714"/>
                </a:cxn>
                <a:cxn ang="0">
                  <a:pos x="4984" y="686"/>
                </a:cxn>
                <a:cxn ang="0">
                  <a:pos x="4478" y="610"/>
                </a:cxn>
                <a:cxn ang="0">
                  <a:pos x="3914" y="508"/>
                </a:cxn>
                <a:cxn ang="0">
                  <a:pos x="3286" y="374"/>
                </a:cxn>
                <a:cxn ang="0">
                  <a:pos x="2946" y="296"/>
                </a:cxn>
                <a:cxn ang="0">
                  <a:pos x="2682" y="236"/>
                </a:cxn>
                <a:cxn ang="0">
                  <a:pos x="2430" y="184"/>
                </a:cxn>
                <a:cxn ang="0">
                  <a:pos x="2190" y="140"/>
                </a:cxn>
                <a:cxn ang="0">
                  <a:pos x="1960" y="102"/>
                </a:cxn>
                <a:cxn ang="0">
                  <a:pos x="1740" y="72"/>
                </a:cxn>
                <a:cxn ang="0">
                  <a:pos x="1334" y="28"/>
                </a:cxn>
                <a:cxn ang="0">
                  <a:pos x="970" y="4"/>
                </a:cxn>
                <a:cxn ang="0">
                  <a:pos x="644" y="0"/>
                </a:cxn>
                <a:cxn ang="0">
                  <a:pos x="358" y="10"/>
                </a:cxn>
                <a:cxn ang="0">
                  <a:pos x="110" y="32"/>
                </a:cxn>
                <a:cxn ang="0">
                  <a:pos x="0" y="48"/>
                </a:cxn>
                <a:cxn ang="0">
                  <a:pos x="314" y="86"/>
                </a:cxn>
                <a:cxn ang="0">
                  <a:pos x="652" y="140"/>
                </a:cxn>
                <a:cxn ang="0">
                  <a:pos x="1014" y="210"/>
                </a:cxn>
                <a:cxn ang="0">
                  <a:pos x="1402" y="296"/>
                </a:cxn>
                <a:cxn ang="0">
                  <a:pos x="1756" y="378"/>
                </a:cxn>
                <a:cxn ang="0">
                  <a:pos x="2408" y="516"/>
                </a:cxn>
                <a:cxn ang="0">
                  <a:pos x="2708" y="572"/>
                </a:cxn>
                <a:cxn ang="0">
                  <a:pos x="2992" y="620"/>
                </a:cxn>
                <a:cxn ang="0">
                  <a:pos x="3260" y="662"/>
                </a:cxn>
                <a:cxn ang="0">
                  <a:pos x="3512" y="694"/>
                </a:cxn>
                <a:cxn ang="0">
                  <a:pos x="3750" y="722"/>
                </a:cxn>
                <a:cxn ang="0">
                  <a:pos x="3974" y="740"/>
                </a:cxn>
                <a:cxn ang="0">
                  <a:pos x="4184" y="754"/>
                </a:cxn>
                <a:cxn ang="0">
                  <a:pos x="4384" y="762"/>
                </a:cxn>
                <a:cxn ang="0">
                  <a:pos x="4570" y="762"/>
                </a:cxn>
                <a:cxn ang="0">
                  <a:pos x="4746" y="758"/>
                </a:cxn>
                <a:cxn ang="0">
                  <a:pos x="4912" y="748"/>
                </a:cxn>
                <a:cxn ang="0">
                  <a:pos x="5068" y="732"/>
                </a:cxn>
                <a:cxn ang="0">
                  <a:pos x="5216" y="714"/>
                </a:cxn>
              </a:cxnLst>
              <a:rect l="0" t="0" r="r" b="b"/>
              <a:pathLst>
                <a:path w="5216" h="762">
                  <a:moveTo>
                    <a:pt x="5216" y="714"/>
                  </a:moveTo>
                  <a:lnTo>
                    <a:pt x="5216" y="714"/>
                  </a:lnTo>
                  <a:lnTo>
                    <a:pt x="5102" y="700"/>
                  </a:lnTo>
                  <a:lnTo>
                    <a:pt x="4984" y="686"/>
                  </a:lnTo>
                  <a:lnTo>
                    <a:pt x="4738" y="652"/>
                  </a:lnTo>
                  <a:lnTo>
                    <a:pt x="4478" y="610"/>
                  </a:lnTo>
                  <a:lnTo>
                    <a:pt x="4204" y="564"/>
                  </a:lnTo>
                  <a:lnTo>
                    <a:pt x="3914" y="508"/>
                  </a:lnTo>
                  <a:lnTo>
                    <a:pt x="3608" y="446"/>
                  </a:lnTo>
                  <a:lnTo>
                    <a:pt x="3286" y="374"/>
                  </a:lnTo>
                  <a:lnTo>
                    <a:pt x="2946" y="296"/>
                  </a:lnTo>
                  <a:lnTo>
                    <a:pt x="2946" y="296"/>
                  </a:lnTo>
                  <a:lnTo>
                    <a:pt x="2812" y="266"/>
                  </a:lnTo>
                  <a:lnTo>
                    <a:pt x="2682" y="236"/>
                  </a:lnTo>
                  <a:lnTo>
                    <a:pt x="2556" y="210"/>
                  </a:lnTo>
                  <a:lnTo>
                    <a:pt x="2430" y="184"/>
                  </a:lnTo>
                  <a:lnTo>
                    <a:pt x="2308" y="162"/>
                  </a:lnTo>
                  <a:lnTo>
                    <a:pt x="2190" y="140"/>
                  </a:lnTo>
                  <a:lnTo>
                    <a:pt x="2074" y="120"/>
                  </a:lnTo>
                  <a:lnTo>
                    <a:pt x="1960" y="102"/>
                  </a:lnTo>
                  <a:lnTo>
                    <a:pt x="1850" y="86"/>
                  </a:lnTo>
                  <a:lnTo>
                    <a:pt x="1740" y="72"/>
                  </a:lnTo>
                  <a:lnTo>
                    <a:pt x="1532" y="46"/>
                  </a:lnTo>
                  <a:lnTo>
                    <a:pt x="1334" y="28"/>
                  </a:lnTo>
                  <a:lnTo>
                    <a:pt x="1148" y="14"/>
                  </a:lnTo>
                  <a:lnTo>
                    <a:pt x="970" y="4"/>
                  </a:lnTo>
                  <a:lnTo>
                    <a:pt x="802" y="0"/>
                  </a:lnTo>
                  <a:lnTo>
                    <a:pt x="644" y="0"/>
                  </a:lnTo>
                  <a:lnTo>
                    <a:pt x="496" y="4"/>
                  </a:lnTo>
                  <a:lnTo>
                    <a:pt x="358" y="10"/>
                  </a:lnTo>
                  <a:lnTo>
                    <a:pt x="230" y="20"/>
                  </a:lnTo>
                  <a:lnTo>
                    <a:pt x="110" y="32"/>
                  </a:lnTo>
                  <a:lnTo>
                    <a:pt x="0" y="48"/>
                  </a:lnTo>
                  <a:lnTo>
                    <a:pt x="0" y="48"/>
                  </a:lnTo>
                  <a:lnTo>
                    <a:pt x="154" y="66"/>
                  </a:lnTo>
                  <a:lnTo>
                    <a:pt x="314" y="86"/>
                  </a:lnTo>
                  <a:lnTo>
                    <a:pt x="480" y="112"/>
                  </a:lnTo>
                  <a:lnTo>
                    <a:pt x="652" y="140"/>
                  </a:lnTo>
                  <a:lnTo>
                    <a:pt x="830" y="174"/>
                  </a:lnTo>
                  <a:lnTo>
                    <a:pt x="1014" y="210"/>
                  </a:lnTo>
                  <a:lnTo>
                    <a:pt x="1206" y="250"/>
                  </a:lnTo>
                  <a:lnTo>
                    <a:pt x="1402" y="296"/>
                  </a:lnTo>
                  <a:lnTo>
                    <a:pt x="1402" y="296"/>
                  </a:lnTo>
                  <a:lnTo>
                    <a:pt x="1756" y="378"/>
                  </a:lnTo>
                  <a:lnTo>
                    <a:pt x="2092" y="450"/>
                  </a:lnTo>
                  <a:lnTo>
                    <a:pt x="2408" y="516"/>
                  </a:lnTo>
                  <a:lnTo>
                    <a:pt x="2562" y="544"/>
                  </a:lnTo>
                  <a:lnTo>
                    <a:pt x="2708" y="572"/>
                  </a:lnTo>
                  <a:lnTo>
                    <a:pt x="2852" y="598"/>
                  </a:lnTo>
                  <a:lnTo>
                    <a:pt x="2992" y="620"/>
                  </a:lnTo>
                  <a:lnTo>
                    <a:pt x="3128" y="642"/>
                  </a:lnTo>
                  <a:lnTo>
                    <a:pt x="3260" y="662"/>
                  </a:lnTo>
                  <a:lnTo>
                    <a:pt x="3388" y="678"/>
                  </a:lnTo>
                  <a:lnTo>
                    <a:pt x="3512" y="694"/>
                  </a:lnTo>
                  <a:lnTo>
                    <a:pt x="3632" y="708"/>
                  </a:lnTo>
                  <a:lnTo>
                    <a:pt x="3750" y="722"/>
                  </a:lnTo>
                  <a:lnTo>
                    <a:pt x="3864" y="732"/>
                  </a:lnTo>
                  <a:lnTo>
                    <a:pt x="3974" y="740"/>
                  </a:lnTo>
                  <a:lnTo>
                    <a:pt x="4080" y="748"/>
                  </a:lnTo>
                  <a:lnTo>
                    <a:pt x="4184" y="754"/>
                  </a:lnTo>
                  <a:lnTo>
                    <a:pt x="4286" y="758"/>
                  </a:lnTo>
                  <a:lnTo>
                    <a:pt x="4384" y="762"/>
                  </a:lnTo>
                  <a:lnTo>
                    <a:pt x="4478" y="762"/>
                  </a:lnTo>
                  <a:lnTo>
                    <a:pt x="4570" y="762"/>
                  </a:lnTo>
                  <a:lnTo>
                    <a:pt x="4660" y="760"/>
                  </a:lnTo>
                  <a:lnTo>
                    <a:pt x="4746" y="758"/>
                  </a:lnTo>
                  <a:lnTo>
                    <a:pt x="4830" y="754"/>
                  </a:lnTo>
                  <a:lnTo>
                    <a:pt x="4912" y="748"/>
                  </a:lnTo>
                  <a:lnTo>
                    <a:pt x="4992" y="740"/>
                  </a:lnTo>
                  <a:lnTo>
                    <a:pt x="5068" y="732"/>
                  </a:lnTo>
                  <a:lnTo>
                    <a:pt x="5144" y="724"/>
                  </a:lnTo>
                  <a:lnTo>
                    <a:pt x="5216" y="714"/>
                  </a:lnTo>
                  <a:lnTo>
                    <a:pt x="5216" y="714"/>
                  </a:lnTo>
                  <a:close/>
                </a:path>
              </a:pathLst>
            </a:custGeom>
            <a:solidFill>
              <a:schemeClr val="bg2">
                <a:alpha val="40000"/>
              </a:schemeClr>
            </a:solidFill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22"/>
            <p:cNvSpPr>
              <a:spLocks/>
            </p:cNvSpPr>
            <p:nvPr/>
          </p:nvSpPr>
          <p:spPr bwMode="hidden">
            <a:xfrm>
              <a:off x="3175" y="4335463"/>
              <a:ext cx="8166100" cy="1101725"/>
            </a:xfrm>
            <a:custGeom>
              <a:avLst/>
              <a:gdLst/>
              <a:ahLst/>
              <a:cxnLst>
                <a:cxn ang="0">
                  <a:pos x="0" y="70"/>
                </a:cxn>
                <a:cxn ang="0">
                  <a:pos x="0" y="70"/>
                </a:cxn>
                <a:cxn ang="0">
                  <a:pos x="18" y="66"/>
                </a:cxn>
                <a:cxn ang="0">
                  <a:pos x="72" y="56"/>
                </a:cxn>
                <a:cxn ang="0">
                  <a:pos x="164" y="42"/>
                </a:cxn>
                <a:cxn ang="0">
                  <a:pos x="224" y="34"/>
                </a:cxn>
                <a:cxn ang="0">
                  <a:pos x="294" y="26"/>
                </a:cxn>
                <a:cxn ang="0">
                  <a:pos x="372" y="20"/>
                </a:cxn>
                <a:cxn ang="0">
                  <a:pos x="462" y="14"/>
                </a:cxn>
                <a:cxn ang="0">
                  <a:pos x="560" y="8"/>
                </a:cxn>
                <a:cxn ang="0">
                  <a:pos x="670" y="4"/>
                </a:cxn>
                <a:cxn ang="0">
                  <a:pos x="790" y="2"/>
                </a:cxn>
                <a:cxn ang="0">
                  <a:pos x="920" y="0"/>
                </a:cxn>
                <a:cxn ang="0">
                  <a:pos x="1060" y="2"/>
                </a:cxn>
                <a:cxn ang="0">
                  <a:pos x="1210" y="6"/>
                </a:cxn>
                <a:cxn ang="0">
                  <a:pos x="1372" y="14"/>
                </a:cxn>
                <a:cxn ang="0">
                  <a:pos x="1544" y="24"/>
                </a:cxn>
                <a:cxn ang="0">
                  <a:pos x="1726" y="40"/>
                </a:cxn>
                <a:cxn ang="0">
                  <a:pos x="1920" y="58"/>
                </a:cxn>
                <a:cxn ang="0">
                  <a:pos x="2126" y="80"/>
                </a:cxn>
                <a:cxn ang="0">
                  <a:pos x="2342" y="106"/>
                </a:cxn>
                <a:cxn ang="0">
                  <a:pos x="2570" y="138"/>
                </a:cxn>
                <a:cxn ang="0">
                  <a:pos x="2808" y="174"/>
                </a:cxn>
                <a:cxn ang="0">
                  <a:pos x="3058" y="216"/>
                </a:cxn>
                <a:cxn ang="0">
                  <a:pos x="3320" y="266"/>
                </a:cxn>
                <a:cxn ang="0">
                  <a:pos x="3594" y="320"/>
                </a:cxn>
                <a:cxn ang="0">
                  <a:pos x="3880" y="380"/>
                </a:cxn>
                <a:cxn ang="0">
                  <a:pos x="4178" y="448"/>
                </a:cxn>
                <a:cxn ang="0">
                  <a:pos x="4488" y="522"/>
                </a:cxn>
                <a:cxn ang="0">
                  <a:pos x="4810" y="604"/>
                </a:cxn>
                <a:cxn ang="0">
                  <a:pos x="5144" y="694"/>
                </a:cxn>
              </a:cxnLst>
              <a:rect l="0" t="0" r="r" b="b"/>
              <a:pathLst>
                <a:path w="5144" h="694">
                  <a:moveTo>
                    <a:pt x="0" y="70"/>
                  </a:moveTo>
                  <a:lnTo>
                    <a:pt x="0" y="70"/>
                  </a:lnTo>
                  <a:lnTo>
                    <a:pt x="18" y="66"/>
                  </a:lnTo>
                  <a:lnTo>
                    <a:pt x="72" y="56"/>
                  </a:lnTo>
                  <a:lnTo>
                    <a:pt x="164" y="42"/>
                  </a:lnTo>
                  <a:lnTo>
                    <a:pt x="224" y="34"/>
                  </a:lnTo>
                  <a:lnTo>
                    <a:pt x="294" y="26"/>
                  </a:lnTo>
                  <a:lnTo>
                    <a:pt x="372" y="20"/>
                  </a:lnTo>
                  <a:lnTo>
                    <a:pt x="462" y="14"/>
                  </a:lnTo>
                  <a:lnTo>
                    <a:pt x="560" y="8"/>
                  </a:lnTo>
                  <a:lnTo>
                    <a:pt x="670" y="4"/>
                  </a:lnTo>
                  <a:lnTo>
                    <a:pt x="790" y="2"/>
                  </a:lnTo>
                  <a:lnTo>
                    <a:pt x="920" y="0"/>
                  </a:lnTo>
                  <a:lnTo>
                    <a:pt x="1060" y="2"/>
                  </a:lnTo>
                  <a:lnTo>
                    <a:pt x="1210" y="6"/>
                  </a:lnTo>
                  <a:lnTo>
                    <a:pt x="1372" y="14"/>
                  </a:lnTo>
                  <a:lnTo>
                    <a:pt x="1544" y="24"/>
                  </a:lnTo>
                  <a:lnTo>
                    <a:pt x="1726" y="40"/>
                  </a:lnTo>
                  <a:lnTo>
                    <a:pt x="1920" y="58"/>
                  </a:lnTo>
                  <a:lnTo>
                    <a:pt x="2126" y="80"/>
                  </a:lnTo>
                  <a:lnTo>
                    <a:pt x="2342" y="106"/>
                  </a:lnTo>
                  <a:lnTo>
                    <a:pt x="2570" y="138"/>
                  </a:lnTo>
                  <a:lnTo>
                    <a:pt x="2808" y="174"/>
                  </a:lnTo>
                  <a:lnTo>
                    <a:pt x="3058" y="216"/>
                  </a:lnTo>
                  <a:lnTo>
                    <a:pt x="3320" y="266"/>
                  </a:lnTo>
                  <a:lnTo>
                    <a:pt x="3594" y="320"/>
                  </a:lnTo>
                  <a:lnTo>
                    <a:pt x="3880" y="380"/>
                  </a:lnTo>
                  <a:lnTo>
                    <a:pt x="4178" y="448"/>
                  </a:lnTo>
                  <a:lnTo>
                    <a:pt x="4488" y="522"/>
                  </a:lnTo>
                  <a:lnTo>
                    <a:pt x="4810" y="604"/>
                  </a:lnTo>
                  <a:lnTo>
                    <a:pt x="5144" y="694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26"/>
            <p:cNvSpPr>
              <a:spLocks/>
            </p:cNvSpPr>
            <p:nvPr/>
          </p:nvSpPr>
          <p:spPr bwMode="hidden">
            <a:xfrm>
              <a:off x="4156075" y="4316413"/>
              <a:ext cx="4940300" cy="927100"/>
            </a:xfrm>
            <a:custGeom>
              <a:avLst/>
              <a:gdLst/>
              <a:ahLst/>
              <a:cxnLst>
                <a:cxn ang="0">
                  <a:pos x="0" y="584"/>
                </a:cxn>
                <a:cxn ang="0">
                  <a:pos x="0" y="584"/>
                </a:cxn>
                <a:cxn ang="0">
                  <a:pos x="90" y="560"/>
                </a:cxn>
                <a:cxn ang="0">
                  <a:pos x="336" y="498"/>
                </a:cxn>
                <a:cxn ang="0">
                  <a:pos x="506" y="456"/>
                </a:cxn>
                <a:cxn ang="0">
                  <a:pos x="702" y="410"/>
                </a:cxn>
                <a:cxn ang="0">
                  <a:pos x="920" y="360"/>
                </a:cxn>
                <a:cxn ang="0">
                  <a:pos x="1154" y="306"/>
                </a:cxn>
                <a:cxn ang="0">
                  <a:pos x="1402" y="254"/>
                </a:cxn>
                <a:cxn ang="0">
                  <a:pos x="1656" y="202"/>
                </a:cxn>
                <a:cxn ang="0">
                  <a:pos x="1916" y="154"/>
                </a:cxn>
                <a:cxn ang="0">
                  <a:pos x="2174" y="108"/>
                </a:cxn>
                <a:cxn ang="0">
                  <a:pos x="2302" y="88"/>
                </a:cxn>
                <a:cxn ang="0">
                  <a:pos x="2426" y="68"/>
                </a:cxn>
                <a:cxn ang="0">
                  <a:pos x="2550" y="52"/>
                </a:cxn>
                <a:cxn ang="0">
                  <a:pos x="2670" y="36"/>
                </a:cxn>
                <a:cxn ang="0">
                  <a:pos x="2788" y="24"/>
                </a:cxn>
                <a:cxn ang="0">
                  <a:pos x="2900" y="14"/>
                </a:cxn>
                <a:cxn ang="0">
                  <a:pos x="3008" y="6"/>
                </a:cxn>
                <a:cxn ang="0">
                  <a:pos x="3112" y="0"/>
                </a:cxn>
              </a:cxnLst>
              <a:rect l="0" t="0" r="r" b="b"/>
              <a:pathLst>
                <a:path w="3112" h="584">
                  <a:moveTo>
                    <a:pt x="0" y="584"/>
                  </a:moveTo>
                  <a:lnTo>
                    <a:pt x="0" y="584"/>
                  </a:lnTo>
                  <a:lnTo>
                    <a:pt x="90" y="560"/>
                  </a:lnTo>
                  <a:lnTo>
                    <a:pt x="336" y="498"/>
                  </a:lnTo>
                  <a:lnTo>
                    <a:pt x="506" y="456"/>
                  </a:lnTo>
                  <a:lnTo>
                    <a:pt x="702" y="410"/>
                  </a:lnTo>
                  <a:lnTo>
                    <a:pt x="920" y="360"/>
                  </a:lnTo>
                  <a:lnTo>
                    <a:pt x="1154" y="306"/>
                  </a:lnTo>
                  <a:lnTo>
                    <a:pt x="1402" y="254"/>
                  </a:lnTo>
                  <a:lnTo>
                    <a:pt x="1656" y="202"/>
                  </a:lnTo>
                  <a:lnTo>
                    <a:pt x="1916" y="154"/>
                  </a:lnTo>
                  <a:lnTo>
                    <a:pt x="2174" y="108"/>
                  </a:lnTo>
                  <a:lnTo>
                    <a:pt x="2302" y="88"/>
                  </a:lnTo>
                  <a:lnTo>
                    <a:pt x="2426" y="68"/>
                  </a:lnTo>
                  <a:lnTo>
                    <a:pt x="2550" y="52"/>
                  </a:lnTo>
                  <a:lnTo>
                    <a:pt x="2670" y="36"/>
                  </a:lnTo>
                  <a:lnTo>
                    <a:pt x="2788" y="24"/>
                  </a:lnTo>
                  <a:lnTo>
                    <a:pt x="2900" y="14"/>
                  </a:lnTo>
                  <a:lnTo>
                    <a:pt x="3008" y="6"/>
                  </a:lnTo>
                  <a:lnTo>
                    <a:pt x="3112" y="0"/>
                  </a:lnTo>
                </a:path>
              </a:pathLst>
            </a:custGeom>
            <a:noFill/>
            <a:ln w="12">
              <a:solidFill>
                <a:srgbClr val="FFFFFF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 useBgFill="1">
          <p:nvSpPr>
            <p:cNvPr id="21" name="Freeform 10"/>
            <p:cNvSpPr>
              <a:spLocks/>
            </p:cNvSpPr>
            <p:nvPr/>
          </p:nvSpPr>
          <p:spPr bwMode="hidden">
            <a:xfrm>
              <a:off x="-3905251" y="4294188"/>
              <a:ext cx="13027839" cy="1892300"/>
            </a:xfrm>
            <a:custGeom>
              <a:avLst/>
              <a:gdLst/>
              <a:ahLst/>
              <a:cxnLst>
                <a:cxn ang="0">
                  <a:pos x="8192" y="512"/>
                </a:cxn>
                <a:cxn ang="0">
                  <a:pos x="8040" y="570"/>
                </a:cxn>
                <a:cxn ang="0">
                  <a:pos x="7878" y="620"/>
                </a:cxn>
                <a:cxn ang="0">
                  <a:pos x="7706" y="666"/>
                </a:cxn>
                <a:cxn ang="0">
                  <a:pos x="7522" y="702"/>
                </a:cxn>
                <a:cxn ang="0">
                  <a:pos x="7322" y="730"/>
                </a:cxn>
                <a:cxn ang="0">
                  <a:pos x="7106" y="750"/>
                </a:cxn>
                <a:cxn ang="0">
                  <a:pos x="6872" y="762"/>
                </a:cxn>
                <a:cxn ang="0">
                  <a:pos x="6618" y="760"/>
                </a:cxn>
                <a:cxn ang="0">
                  <a:pos x="6342" y="750"/>
                </a:cxn>
                <a:cxn ang="0">
                  <a:pos x="6042" y="726"/>
                </a:cxn>
                <a:cxn ang="0">
                  <a:pos x="5716" y="690"/>
                </a:cxn>
                <a:cxn ang="0">
                  <a:pos x="5364" y="642"/>
                </a:cxn>
                <a:cxn ang="0">
                  <a:pos x="4982" y="578"/>
                </a:cxn>
                <a:cxn ang="0">
                  <a:pos x="4568" y="500"/>
                </a:cxn>
                <a:cxn ang="0">
                  <a:pos x="4122" y="406"/>
                </a:cxn>
                <a:cxn ang="0">
                  <a:pos x="3640" y="296"/>
                </a:cxn>
                <a:cxn ang="0">
                  <a:pos x="3396" y="240"/>
                </a:cxn>
                <a:cxn ang="0">
                  <a:pos x="2934" y="148"/>
                </a:cxn>
                <a:cxn ang="0">
                  <a:pos x="2512" y="82"/>
                </a:cxn>
                <a:cxn ang="0">
                  <a:pos x="2126" y="36"/>
                </a:cxn>
                <a:cxn ang="0">
                  <a:pos x="1776" y="10"/>
                </a:cxn>
                <a:cxn ang="0">
                  <a:pos x="1462" y="0"/>
                </a:cxn>
                <a:cxn ang="0">
                  <a:pos x="1182" y="4"/>
                </a:cxn>
                <a:cxn ang="0">
                  <a:pos x="934" y="20"/>
                </a:cxn>
                <a:cxn ang="0">
                  <a:pos x="716" y="44"/>
                </a:cxn>
                <a:cxn ang="0">
                  <a:pos x="530" y="74"/>
                </a:cxn>
                <a:cxn ang="0">
                  <a:pos x="374" y="108"/>
                </a:cxn>
                <a:cxn ang="0">
                  <a:pos x="248" y="144"/>
                </a:cxn>
                <a:cxn ang="0">
                  <a:pos x="148" y="176"/>
                </a:cxn>
                <a:cxn ang="0">
                  <a:pos x="48" y="216"/>
                </a:cxn>
                <a:cxn ang="0">
                  <a:pos x="0" y="240"/>
                </a:cxn>
                <a:cxn ang="0">
                  <a:pos x="8192" y="1192"/>
                </a:cxn>
                <a:cxn ang="0">
                  <a:pos x="8196" y="1186"/>
                </a:cxn>
                <a:cxn ang="0">
                  <a:pos x="8196" y="510"/>
                </a:cxn>
                <a:cxn ang="0">
                  <a:pos x="8192" y="512"/>
                </a:cxn>
              </a:cxnLst>
              <a:rect l="0" t="0" r="r" b="b"/>
              <a:pathLst>
                <a:path w="8196" h="1192">
                  <a:moveTo>
                    <a:pt x="8192" y="512"/>
                  </a:moveTo>
                  <a:lnTo>
                    <a:pt x="8192" y="512"/>
                  </a:lnTo>
                  <a:lnTo>
                    <a:pt x="8116" y="542"/>
                  </a:lnTo>
                  <a:lnTo>
                    <a:pt x="8040" y="570"/>
                  </a:lnTo>
                  <a:lnTo>
                    <a:pt x="7960" y="596"/>
                  </a:lnTo>
                  <a:lnTo>
                    <a:pt x="7878" y="620"/>
                  </a:lnTo>
                  <a:lnTo>
                    <a:pt x="7794" y="644"/>
                  </a:lnTo>
                  <a:lnTo>
                    <a:pt x="7706" y="666"/>
                  </a:lnTo>
                  <a:lnTo>
                    <a:pt x="7616" y="684"/>
                  </a:lnTo>
                  <a:lnTo>
                    <a:pt x="7522" y="702"/>
                  </a:lnTo>
                  <a:lnTo>
                    <a:pt x="7424" y="718"/>
                  </a:lnTo>
                  <a:lnTo>
                    <a:pt x="7322" y="730"/>
                  </a:lnTo>
                  <a:lnTo>
                    <a:pt x="7216" y="742"/>
                  </a:lnTo>
                  <a:lnTo>
                    <a:pt x="7106" y="750"/>
                  </a:lnTo>
                  <a:lnTo>
                    <a:pt x="6992" y="758"/>
                  </a:lnTo>
                  <a:lnTo>
                    <a:pt x="6872" y="762"/>
                  </a:lnTo>
                  <a:lnTo>
                    <a:pt x="6748" y="762"/>
                  </a:lnTo>
                  <a:lnTo>
                    <a:pt x="6618" y="760"/>
                  </a:lnTo>
                  <a:lnTo>
                    <a:pt x="6482" y="756"/>
                  </a:lnTo>
                  <a:lnTo>
                    <a:pt x="6342" y="750"/>
                  </a:lnTo>
                  <a:lnTo>
                    <a:pt x="6196" y="740"/>
                  </a:lnTo>
                  <a:lnTo>
                    <a:pt x="6042" y="726"/>
                  </a:lnTo>
                  <a:lnTo>
                    <a:pt x="5882" y="710"/>
                  </a:lnTo>
                  <a:lnTo>
                    <a:pt x="5716" y="690"/>
                  </a:lnTo>
                  <a:lnTo>
                    <a:pt x="5544" y="668"/>
                  </a:lnTo>
                  <a:lnTo>
                    <a:pt x="5364" y="642"/>
                  </a:lnTo>
                  <a:lnTo>
                    <a:pt x="5176" y="612"/>
                  </a:lnTo>
                  <a:lnTo>
                    <a:pt x="4982" y="578"/>
                  </a:lnTo>
                  <a:lnTo>
                    <a:pt x="4778" y="540"/>
                  </a:lnTo>
                  <a:lnTo>
                    <a:pt x="4568" y="500"/>
                  </a:lnTo>
                  <a:lnTo>
                    <a:pt x="4348" y="454"/>
                  </a:lnTo>
                  <a:lnTo>
                    <a:pt x="4122" y="406"/>
                  </a:lnTo>
                  <a:lnTo>
                    <a:pt x="3886" y="354"/>
                  </a:lnTo>
                  <a:lnTo>
                    <a:pt x="3640" y="296"/>
                  </a:lnTo>
                  <a:lnTo>
                    <a:pt x="3640" y="296"/>
                  </a:lnTo>
                  <a:lnTo>
                    <a:pt x="3396" y="240"/>
                  </a:lnTo>
                  <a:lnTo>
                    <a:pt x="3160" y="192"/>
                  </a:lnTo>
                  <a:lnTo>
                    <a:pt x="2934" y="148"/>
                  </a:lnTo>
                  <a:lnTo>
                    <a:pt x="2718" y="112"/>
                  </a:lnTo>
                  <a:lnTo>
                    <a:pt x="2512" y="82"/>
                  </a:lnTo>
                  <a:lnTo>
                    <a:pt x="2314" y="56"/>
                  </a:lnTo>
                  <a:lnTo>
                    <a:pt x="2126" y="36"/>
                  </a:lnTo>
                  <a:lnTo>
                    <a:pt x="1948" y="20"/>
                  </a:lnTo>
                  <a:lnTo>
                    <a:pt x="1776" y="10"/>
                  </a:lnTo>
                  <a:lnTo>
                    <a:pt x="1616" y="2"/>
                  </a:lnTo>
                  <a:lnTo>
                    <a:pt x="1462" y="0"/>
                  </a:lnTo>
                  <a:lnTo>
                    <a:pt x="1318" y="0"/>
                  </a:lnTo>
                  <a:lnTo>
                    <a:pt x="1182" y="4"/>
                  </a:lnTo>
                  <a:lnTo>
                    <a:pt x="1054" y="10"/>
                  </a:lnTo>
                  <a:lnTo>
                    <a:pt x="934" y="20"/>
                  </a:lnTo>
                  <a:lnTo>
                    <a:pt x="822" y="30"/>
                  </a:lnTo>
                  <a:lnTo>
                    <a:pt x="716" y="44"/>
                  </a:lnTo>
                  <a:lnTo>
                    <a:pt x="620" y="58"/>
                  </a:lnTo>
                  <a:lnTo>
                    <a:pt x="530" y="74"/>
                  </a:lnTo>
                  <a:lnTo>
                    <a:pt x="450" y="92"/>
                  </a:lnTo>
                  <a:lnTo>
                    <a:pt x="374" y="108"/>
                  </a:lnTo>
                  <a:lnTo>
                    <a:pt x="308" y="126"/>
                  </a:lnTo>
                  <a:lnTo>
                    <a:pt x="248" y="144"/>
                  </a:lnTo>
                  <a:lnTo>
                    <a:pt x="194" y="160"/>
                  </a:lnTo>
                  <a:lnTo>
                    <a:pt x="148" y="176"/>
                  </a:lnTo>
                  <a:lnTo>
                    <a:pt x="108" y="192"/>
                  </a:lnTo>
                  <a:lnTo>
                    <a:pt x="48" y="216"/>
                  </a:lnTo>
                  <a:lnTo>
                    <a:pt x="12" y="234"/>
                  </a:lnTo>
                  <a:lnTo>
                    <a:pt x="0" y="240"/>
                  </a:lnTo>
                  <a:lnTo>
                    <a:pt x="0" y="1192"/>
                  </a:lnTo>
                  <a:lnTo>
                    <a:pt x="8192" y="1192"/>
                  </a:lnTo>
                  <a:lnTo>
                    <a:pt x="8192" y="1192"/>
                  </a:lnTo>
                  <a:lnTo>
                    <a:pt x="8196" y="1186"/>
                  </a:lnTo>
                  <a:lnTo>
                    <a:pt x="8196" y="1186"/>
                  </a:lnTo>
                  <a:lnTo>
                    <a:pt x="8196" y="510"/>
                  </a:lnTo>
                  <a:lnTo>
                    <a:pt x="8196" y="510"/>
                  </a:lnTo>
                  <a:lnTo>
                    <a:pt x="8192" y="512"/>
                  </a:lnTo>
                  <a:lnTo>
                    <a:pt x="8192" y="512"/>
                  </a:lnTo>
                  <a:close/>
                </a:path>
              </a:pathLst>
            </a:custGeom>
            <a:ln w="9525">
              <a:noFill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38328"/>
            <a:ext cx="8229600" cy="12527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x-none" smtClean="0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63672" y="6250164"/>
            <a:ext cx="37866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03356F25-E6A9-6B44-B749-785EDDA8CCD6}" type="datetime4">
              <a:rPr lang="en-US" smtClean="0"/>
              <a:pPr>
                <a:defRPr/>
              </a:pPr>
              <a:t>February 12, 2015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3638" y="6250164"/>
            <a:ext cx="37866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991088" y="6250163"/>
            <a:ext cx="11618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2"/>
                </a:solidFill>
              </a:defRPr>
            </a:lvl1pPr>
          </a:lstStyle>
          <a:p>
            <a:pPr>
              <a:defRPr/>
            </a:pPr>
            <a:fld id="{258D96C5-9F30-DE44-9E70-A9B1977192C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2067" y="2675467"/>
            <a:ext cx="7408333" cy="34506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x-none" smtClean="0"/>
              <a:t>Click to edit Master text styles</a:t>
            </a:r>
          </a:p>
          <a:p>
            <a:pPr lvl="1"/>
            <a:r>
              <a:rPr lang="x-none" smtClean="0"/>
              <a:t>Second level</a:t>
            </a:r>
          </a:p>
          <a:p>
            <a:pPr lvl="2"/>
            <a:r>
              <a:rPr lang="x-none" smtClean="0"/>
              <a:t>Third level</a:t>
            </a:r>
          </a:p>
          <a:p>
            <a:pPr lvl="3"/>
            <a:r>
              <a:rPr lang="x-none" smtClean="0"/>
              <a:t>Fourth level</a:t>
            </a:r>
          </a:p>
          <a:p>
            <a:pPr lvl="4"/>
            <a:r>
              <a:rPr lang="x-none" smtClean="0"/>
              <a:t>Fifth level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20" r:id="rId2"/>
    <p:sldLayoutId id="2147483821" r:id="rId3"/>
    <p:sldLayoutId id="2147483822" r:id="rId4"/>
    <p:sldLayoutId id="2147483823" r:id="rId5"/>
    <p:sldLayoutId id="2147483824" r:id="rId6"/>
    <p:sldLayoutId id="2147483825" r:id="rId7"/>
    <p:sldLayoutId id="2147483826" r:id="rId8"/>
    <p:sldLayoutId id="2147483827" r:id="rId9"/>
    <p:sldLayoutId id="2147483828" r:id="rId10"/>
    <p:sldLayoutId id="214748382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74320" indent="-27432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576263" indent="-27432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55663" indent="-22860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143000" indent="-22860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1463040" indent="-22860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Symbol" pitchFamily="18" charset="2"/>
        <a:buChar char="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210312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242316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2743200" indent="-228600" algn="l" defTabSz="914400" rtl="0" eaLnBrk="1" latinLnBrk="0" hangingPunct="1">
        <a:spcBef>
          <a:spcPts val="384"/>
        </a:spcBef>
        <a:buClr>
          <a:schemeClr val="accent1"/>
        </a:buClr>
        <a:buFont typeface="Symbol" pitchFamily="18" charset="2"/>
        <a:buChar char="*"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dickson.tsai+cs61a@berkeley.edu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2.xml.rels><?xml version="1.0" encoding="UTF-8" standalone="yes"?>
<Relationships xmlns="http://schemas.openxmlformats.org/package/2006/relationships"><Relationship Id="rId11" Type="http://schemas.openxmlformats.org/officeDocument/2006/relationships/diagramColors" Target="../diagrams/colors2.xml"/><Relationship Id="rId12" Type="http://schemas.microsoft.com/office/2007/relationships/diagramDrawing" Target="../diagrams/drawing2.xm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diagramData" Target="../diagrams/data1.xml"/><Relationship Id="rId4" Type="http://schemas.openxmlformats.org/officeDocument/2006/relationships/diagramLayout" Target="../diagrams/layout1.xml"/><Relationship Id="rId5" Type="http://schemas.openxmlformats.org/officeDocument/2006/relationships/diagramQuickStyle" Target="../diagrams/quickStyle1.xml"/><Relationship Id="rId6" Type="http://schemas.openxmlformats.org/officeDocument/2006/relationships/diagramColors" Target="../diagrams/colors1.xml"/><Relationship Id="rId7" Type="http://schemas.microsoft.com/office/2007/relationships/diagramDrawing" Target="../diagrams/drawing1.xml"/><Relationship Id="rId8" Type="http://schemas.openxmlformats.org/officeDocument/2006/relationships/diagramData" Target="../diagrams/data2.xml"/><Relationship Id="rId9" Type="http://schemas.openxmlformats.org/officeDocument/2006/relationships/diagramLayout" Target="../diagrams/layout2.xml"/><Relationship Id="rId10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4" Type="http://schemas.openxmlformats.org/officeDocument/2006/relationships/diagramLayout" Target="../diagrams/layout3.xml"/><Relationship Id="rId5" Type="http://schemas.openxmlformats.org/officeDocument/2006/relationships/diagramQuickStyle" Target="../diagrams/quickStyle3.xml"/><Relationship Id="rId6" Type="http://schemas.openxmlformats.org/officeDocument/2006/relationships/diagramColors" Target="../diagrams/colors3.xml"/><Relationship Id="rId7" Type="http://schemas.microsoft.com/office/2007/relationships/diagramDrawing" Target="../diagrams/drawing3.xml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Title 1"/>
          <p:cNvSpPr>
            <a:spLocks noGrp="1"/>
          </p:cNvSpPr>
          <p:nvPr>
            <p:ph type="ctrTitle"/>
          </p:nvPr>
        </p:nvSpPr>
        <p:spPr>
          <a:xfrm>
            <a:off x="1035050" y="906463"/>
            <a:ext cx="7219950" cy="1963737"/>
          </a:xfrm>
        </p:spPr>
        <p:txBody>
          <a:bodyPr>
            <a:normAutofit/>
          </a:bodyPr>
          <a:lstStyle/>
          <a:p>
            <a:r>
              <a:rPr lang="en-US" dirty="0" smtClean="0">
                <a:latin typeface="Century Gothic" charset="0"/>
              </a:rPr>
              <a:t>CS61A </a:t>
            </a:r>
            <a:r>
              <a:rPr lang="en-US" dirty="0" smtClean="0">
                <a:latin typeface="Century Gothic" charset="0"/>
              </a:rPr>
              <a:t>Disc </a:t>
            </a:r>
            <a:r>
              <a:rPr lang="en-US" dirty="0">
                <a:latin typeface="Century Gothic" charset="0"/>
              </a:rPr>
              <a:t>3</a:t>
            </a:r>
            <a:r>
              <a:rPr lang="en-US" dirty="0" smtClean="0">
                <a:latin typeface="Century Gothic" charset="0"/>
              </a:rPr>
              <a:t> </a:t>
            </a:r>
            <a:br>
              <a:rPr lang="en-US" dirty="0" smtClean="0">
                <a:latin typeface="Century Gothic" charset="0"/>
              </a:rPr>
            </a:br>
            <a:r>
              <a:rPr lang="en-US" dirty="0" smtClean="0">
                <a:latin typeface="Century Gothic" charset="0"/>
              </a:rPr>
              <a:t>Sect</a:t>
            </a:r>
            <a:r>
              <a:rPr lang="en-US" dirty="0" smtClean="0">
                <a:latin typeface="Century Gothic" charset="0"/>
              </a:rPr>
              <a:t>ions</a:t>
            </a:r>
            <a:r>
              <a:rPr lang="en-US" dirty="0" smtClean="0">
                <a:latin typeface="Century Gothic" charset="0"/>
              </a:rPr>
              <a:t> </a:t>
            </a:r>
            <a:r>
              <a:rPr lang="en-US" dirty="0" smtClean="0">
                <a:latin typeface="Century Gothic" charset="0"/>
              </a:rPr>
              <a:t>13</a:t>
            </a:r>
            <a:r>
              <a:rPr lang="en-US" dirty="0" smtClean="0">
                <a:latin typeface="Century Gothic" charset="0"/>
              </a:rPr>
              <a:t>/26</a:t>
            </a:r>
            <a:endParaRPr lang="en-US" dirty="0">
              <a:latin typeface="Century Gothic" charset="0"/>
            </a:endParaRPr>
          </a:p>
        </p:txBody>
      </p:sp>
      <p:sp>
        <p:nvSpPr>
          <p:cNvPr id="5122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entury Gothic" charset="0"/>
              </a:rPr>
              <a:t>Dickson Tsai</a:t>
            </a:r>
          </a:p>
          <a:p>
            <a:r>
              <a:rPr lang="en-US" dirty="0" smtClean="0">
                <a:latin typeface="Century Gothic" charset="0"/>
                <a:hlinkClick r:id="rId2"/>
              </a:rPr>
              <a:t>dickson.tsai+cs61a@</a:t>
            </a:r>
            <a:r>
              <a:rPr lang="en-US" dirty="0">
                <a:latin typeface="Century Gothic" charset="0"/>
                <a:hlinkClick r:id="rId2"/>
              </a:rPr>
              <a:t>berkeley.edu</a:t>
            </a:r>
            <a:endParaRPr lang="en-US" dirty="0">
              <a:latin typeface="Century Gothic" charset="0"/>
            </a:endParaRPr>
          </a:p>
          <a:p>
            <a:r>
              <a:rPr lang="en-US" dirty="0" smtClean="0">
                <a:latin typeface="Century Gothic" charset="0"/>
              </a:rPr>
              <a:t>No OH this week. Schedule </a:t>
            </a:r>
            <a:r>
              <a:rPr lang="en-US" dirty="0" err="1" smtClean="0">
                <a:latin typeface="Century Gothic" charset="0"/>
              </a:rPr>
              <a:t>appts</a:t>
            </a:r>
            <a:r>
              <a:rPr lang="en-US" dirty="0">
                <a:latin typeface="Century Gothic" charset="0"/>
              </a:rPr>
              <a:t> </a:t>
            </a:r>
            <a:r>
              <a:rPr lang="en-US" dirty="0" smtClean="0">
                <a:latin typeface="Century Gothic" charset="0"/>
              </a:rPr>
              <a:t>at </a:t>
            </a:r>
            <a:r>
              <a:rPr lang="en-US" dirty="0" err="1" smtClean="0">
                <a:latin typeface="Century Gothic" charset="0"/>
              </a:rPr>
              <a:t>dicksontsai.com</a:t>
            </a:r>
            <a:r>
              <a:rPr lang="en-US" dirty="0" smtClean="0">
                <a:latin typeface="Century Gothic" charset="0"/>
              </a:rPr>
              <a:t>/meet</a:t>
            </a:r>
            <a:endParaRPr lang="en-US" dirty="0">
              <a:latin typeface="Century Gothic" charset="0"/>
            </a:endParaRPr>
          </a:p>
        </p:txBody>
      </p:sp>
      <p:sp>
        <p:nvSpPr>
          <p:cNvPr id="5124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104F7D4B-5206-4F42-A4A3-937B571AE82A}" type="slidenum">
              <a:rPr lang="en-US">
                <a:solidFill>
                  <a:schemeClr val="accent1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</a:t>
            </a:fld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secret word is “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datarep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”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Please fill out a survey at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dicksontsai.com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/attendance with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thesecret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word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Deadline is next discussion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Attendance Logistics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166907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can I make your lab/discussion experience more worthwhile?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an object? Think of a real life example.</a:t>
            </a:r>
          </a:p>
          <a:p>
            <a:pPr marL="801687" lvl="2" indent="-457200">
              <a:buFont typeface="+mj-lt"/>
              <a:buAutoNum type="arabicPeriod"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Hint: They consist of _______ and ______, bundled together to create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_______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 abstract data type (ADT) allows us to treat ________ as units. Think of a real life example.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data abstraction? Think of a real life example.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Hint: A methodology by which functions enforce an __________ between r________ and u___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5262946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an object? Think of a real life example.</a:t>
            </a:r>
          </a:p>
          <a:p>
            <a:pPr marL="801687" lvl="2" indent="-457200">
              <a:buFont typeface="+mj-lt"/>
              <a:buAutoNum type="arabicPeriod"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Hint: They consist of </a:t>
            </a:r>
            <a:r>
              <a:rPr lang="en-US" dirty="0" smtClean="0">
                <a:solidFill>
                  <a:srgbClr val="FF0000"/>
                </a:solidFill>
                <a:latin typeface="Avenir Book" charset="0"/>
                <a:cs typeface="Avenir Book" charset="0"/>
              </a:rPr>
              <a:t>data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and </a:t>
            </a:r>
            <a:r>
              <a:rPr lang="en-US" dirty="0" smtClean="0">
                <a:solidFill>
                  <a:srgbClr val="FF0000"/>
                </a:solidFill>
                <a:latin typeface="Avenir Book" charset="0"/>
                <a:cs typeface="Avenir Book" charset="0"/>
              </a:rPr>
              <a:t>behavior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bundled together to create </a:t>
            </a:r>
            <a:r>
              <a:rPr lang="en-US" dirty="0" smtClean="0">
                <a:solidFill>
                  <a:srgbClr val="FF0000"/>
                </a:solidFill>
                <a:latin typeface="Avenir Book" charset="0"/>
                <a:cs typeface="Avenir Book" charset="0"/>
              </a:rPr>
              <a:t>abstractions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 abstract data type (ADT) allows us to treat </a:t>
            </a:r>
            <a:r>
              <a:rPr lang="en-US" dirty="0" smtClean="0">
                <a:solidFill>
                  <a:srgbClr val="FF0000"/>
                </a:solidFill>
                <a:latin typeface="Avenir Book" charset="0"/>
                <a:cs typeface="Avenir Book" charset="0"/>
              </a:rPr>
              <a:t>compound objects (object that combines objects)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as units. Think of a real life example.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data abstraction? Think of a real life example.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Hint: A methodology by which functions enforce an </a:t>
            </a:r>
            <a:r>
              <a:rPr lang="en-US" dirty="0" smtClean="0">
                <a:solidFill>
                  <a:srgbClr val="FF0000"/>
                </a:solidFill>
                <a:latin typeface="Avenir Book" charset="0"/>
                <a:cs typeface="Avenir Book" charset="0"/>
              </a:rPr>
              <a:t>abstraction barrier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between </a:t>
            </a:r>
            <a:r>
              <a:rPr lang="en-US" dirty="0" smtClean="0">
                <a:solidFill>
                  <a:srgbClr val="FF0000"/>
                </a:solidFill>
                <a:latin typeface="Avenir Book" charset="0"/>
                <a:cs typeface="Avenir Book" charset="0"/>
              </a:rPr>
              <a:t>representation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and </a:t>
            </a:r>
            <a:r>
              <a:rPr lang="en-US" dirty="0" smtClean="0">
                <a:solidFill>
                  <a:srgbClr val="FF0000"/>
                </a:solidFill>
                <a:latin typeface="Avenir Book" charset="0"/>
                <a:cs typeface="Avenir Book" charset="0"/>
              </a:rPr>
              <a:t>use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 </a:t>
            </a:r>
            <a:r>
              <a:rPr lang="en-US" dirty="0" smtClean="0">
                <a:solidFill>
                  <a:srgbClr val="FF0000"/>
                </a:solidFill>
                <a:latin typeface="Century Gothic" charset="0"/>
              </a:rPr>
              <a:t>[Solutions]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0291502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an object? Think of a real life example.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car. Has properties (data) such as color, model, etc. Has behavior such as drive, brake, etc.</a:t>
            </a:r>
          </a:p>
          <a:p>
            <a:pPr marL="527050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Abstract data type (ADT) Think of a real life example.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UC Berkeley is collection of classrooms, labs, faculty, etc.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‘University’ – institution for teaching, research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University rankings: manipulate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univ.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as single unit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 </a:t>
            </a:r>
            <a:r>
              <a:rPr lang="en-US" dirty="0" smtClean="0">
                <a:solidFill>
                  <a:srgbClr val="FF0000"/>
                </a:solidFill>
                <a:latin typeface="Century Gothic" charset="0"/>
              </a:rPr>
              <a:t>[Solutions]</a:t>
            </a:r>
            <a:endParaRPr lang="en-US" dirty="0">
              <a:latin typeface="Century Gothic" charset="0"/>
            </a:endParaRPr>
          </a:p>
        </p:txBody>
      </p:sp>
      <p:pic>
        <p:nvPicPr>
          <p:cNvPr id="2" name="Picture 1" descr="University_of_California_Berkeley1.jp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206" y="5297833"/>
            <a:ext cx="2080222" cy="1560166"/>
          </a:xfrm>
          <a:prstGeom prst="rect">
            <a:avLst/>
          </a:prstGeom>
        </p:spPr>
      </p:pic>
      <p:pic>
        <p:nvPicPr>
          <p:cNvPr id="4" name="Picture 3" descr="royce_800.jp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1037" y="5297833"/>
            <a:ext cx="1808360" cy="135626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26511" y="5592870"/>
            <a:ext cx="24228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Top Public Univ.</a:t>
            </a:r>
          </a:p>
          <a:p>
            <a:pPr marL="342900" indent="-342900">
              <a:buAutoNum type="arabicPeriod"/>
            </a:pPr>
            <a:r>
              <a:rPr lang="en-US" dirty="0" smtClean="0"/>
              <a:t>UC Berkeley</a:t>
            </a:r>
          </a:p>
          <a:p>
            <a:pPr marL="342900" indent="-342900">
              <a:buAutoNum type="arabicPeriod"/>
            </a:pPr>
            <a:r>
              <a:rPr lang="en-US" dirty="0" smtClean="0"/>
              <a:t>UCLA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643178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324100"/>
            <a:ext cx="8128000" cy="4008967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data abstraction? Think of a real life example.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Real life example: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play Sudoku anywhere! How’s that possible???</a:t>
            </a:r>
          </a:p>
          <a:p>
            <a:pPr marL="366713" lvl="1" indent="0">
              <a:buNone/>
            </a:pP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- The appearance may change, but the rules never change! 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latin typeface="Century Gothic" charset="0"/>
              </a:rPr>
              <a:t>Section Quiz </a:t>
            </a:r>
            <a:r>
              <a:rPr lang="en-US" dirty="0" smtClean="0">
                <a:solidFill>
                  <a:srgbClr val="FF0000"/>
                </a:solidFill>
                <a:latin typeface="Century Gothic" charset="0"/>
              </a:rPr>
              <a:t>[Solutions]</a:t>
            </a:r>
            <a:endParaRPr lang="en-US" dirty="0">
              <a:latin typeface="Century Gothic" charset="0"/>
            </a:endParaRPr>
          </a:p>
        </p:txBody>
      </p:sp>
      <p:pic>
        <p:nvPicPr>
          <p:cNvPr id="2" name="Picture 1" descr="250px-Sudoku-by-L2G-20050714.svg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074" y="4374240"/>
            <a:ext cx="1638810" cy="1638810"/>
          </a:xfrm>
          <a:prstGeom prst="rect">
            <a:avLst/>
          </a:prstGeom>
        </p:spPr>
      </p:pic>
      <p:pic>
        <p:nvPicPr>
          <p:cNvPr id="4" name="Picture 3" descr="6171klBXz5L._AA1000_.jpg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1414" y="4173109"/>
            <a:ext cx="2543786" cy="2543786"/>
          </a:xfrm>
          <a:prstGeom prst="rect">
            <a:avLst/>
          </a:prstGeom>
        </p:spPr>
      </p:pic>
      <p:pic>
        <p:nvPicPr>
          <p:cNvPr id="5" name="Picture 4" descr="050524_sudoku_hmed_12p.grid-6x2.jpg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6239" y="4374240"/>
            <a:ext cx="2342824" cy="1759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06685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72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46855"/>
            <a:ext cx="8128000" cy="4008967"/>
          </a:xfrm>
        </p:spPr>
        <p:txBody>
          <a:bodyPr>
            <a:normAutofit lnSpcReduction="10000"/>
          </a:bodyPr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Midterm 1 is graded. Exams require practice!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HW3 due next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Thursday.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Reminder: My OH are Tuesdays, Thursdays 4-5 PM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 Soda 411</a:t>
            </a:r>
          </a:p>
          <a:p>
            <a:r>
              <a:rPr lang="en-US" b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Guerrilla section on recursion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will be held this Saturday. Remember, it’s a place where you can collaborate with people and do practice problems</a:t>
            </a:r>
          </a:p>
          <a:p>
            <a:r>
              <a:rPr lang="en-US" b="1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Go to </a:t>
            </a:r>
            <a:r>
              <a:rPr lang="en-US" b="1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dicksontsai.com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/meet to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b="1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schedule an appointment if you want me to go over the midterm with you personally. </a:t>
            </a:r>
            <a:endParaRPr lang="en-US" b="1" u="sng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err="1">
                <a:latin typeface="Century Gothic" charset="0"/>
              </a:rPr>
              <a:t>Anuncios</a:t>
            </a:r>
            <a:endParaRPr lang="en-US" dirty="0">
              <a:latin typeface="Century Gothic" charset="0"/>
            </a:endParaRPr>
          </a:p>
        </p:txBody>
      </p:sp>
    </p:spTree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31963"/>
            <a:ext cx="8128000" cy="4008967"/>
          </a:xfrm>
        </p:spPr>
        <p:txBody>
          <a:bodyPr>
            <a:normAutofit lnSpcReduction="10000"/>
          </a:bodyPr>
          <a:lstStyle/>
          <a:p>
            <a:r>
              <a:rPr lang="en-US" sz="16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5-10 minutes to talk about HW/Project/Q&amp;A</a:t>
            </a:r>
          </a:p>
          <a:p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More time for quiz?</a:t>
            </a:r>
          </a:p>
          <a:p>
            <a:pPr lvl="1"/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I’ll make them easier/shorter b/c lots to cover</a:t>
            </a:r>
          </a:p>
          <a:p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More examples and explain them</a:t>
            </a:r>
          </a:p>
          <a:p>
            <a:pPr lvl="1"/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 have found that helpful as well – will do more easy ones</a:t>
            </a:r>
          </a:p>
          <a:p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Discussion questions of different difficulty</a:t>
            </a:r>
          </a:p>
          <a:p>
            <a:pPr lvl="1"/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work ahead! I usually skip questions.</a:t>
            </a:r>
          </a:p>
          <a:p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Hit more difficult questions</a:t>
            </a:r>
          </a:p>
          <a:p>
            <a:pPr lvl="1"/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Will attempt 1 difficult question/disc using rules</a:t>
            </a:r>
          </a:p>
          <a:p>
            <a:r>
              <a:rPr lang="en-US" sz="16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More analysis of writing code</a:t>
            </a:r>
          </a:p>
          <a:p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Funny videos, CS in the news, practice midterm Q, educational vids</a:t>
            </a:r>
          </a:p>
          <a:p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Allow food -&gt; You can eat during discussion! Just clean up after yourselves.</a:t>
            </a:r>
          </a:p>
          <a:p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More fill-in-the-blank questions to start with</a:t>
            </a:r>
          </a:p>
          <a:p>
            <a:r>
              <a:rPr lang="en-US" sz="16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More walkthrough of my approach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58896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Your feedback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313244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Monday Midterm: 4b Section avg. 1.311/4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5-min Review Recap</a:t>
            </a:r>
            <a:endParaRPr lang="en-US" dirty="0">
              <a:latin typeface="Century Gothic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1458" y="2244845"/>
            <a:ext cx="4541531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</a:t>
            </a:r>
            <a:r>
              <a:rPr lang="en-US" dirty="0" err="1" smtClean="0">
                <a:latin typeface="Consolas"/>
                <a:cs typeface="Consolas"/>
              </a:rPr>
              <a:t>if_fn</a:t>
            </a:r>
            <a:r>
              <a:rPr lang="en-US" dirty="0" smtClean="0">
                <a:latin typeface="Consolas"/>
                <a:cs typeface="Consolas"/>
              </a:rPr>
              <a:t>(</a:t>
            </a:r>
            <a:r>
              <a:rPr lang="en-US" dirty="0" err="1" smtClean="0">
                <a:latin typeface="Consolas"/>
                <a:cs typeface="Consolas"/>
              </a:rPr>
              <a:t>cond</a:t>
            </a:r>
            <a:r>
              <a:rPr lang="en-US" dirty="0" smtClean="0">
                <a:latin typeface="Consolas"/>
                <a:cs typeface="Consolas"/>
              </a:rPr>
              <a:t>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if </a:t>
            </a:r>
            <a:r>
              <a:rPr lang="en-US" dirty="0" err="1" smtClean="0">
                <a:latin typeface="Consolas"/>
                <a:cs typeface="Consolas"/>
              </a:rPr>
              <a:t>cond</a:t>
            </a:r>
            <a:r>
              <a:rPr lang="en-US" dirty="0" smtClean="0">
                <a:latin typeface="Consolas"/>
                <a:cs typeface="Consolas"/>
              </a:rPr>
              <a:t>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  return lambda a, b: a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else: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  return lambda a, b: b</a:t>
            </a:r>
          </a:p>
          <a:p>
            <a:endParaRPr lang="en-US" dirty="0">
              <a:latin typeface="Consolas"/>
              <a:cs typeface="Consolas"/>
            </a:endParaRPr>
          </a:p>
          <a:p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factorial(n):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base():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  return 1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</a:t>
            </a:r>
            <a:r>
              <a:rPr lang="en-US" dirty="0" err="1" smtClean="0">
                <a:latin typeface="Consolas"/>
                <a:cs typeface="Consolas"/>
              </a:rPr>
              <a:t>def</a:t>
            </a:r>
            <a:r>
              <a:rPr lang="en-US" dirty="0" smtClean="0">
                <a:latin typeface="Consolas"/>
                <a:cs typeface="Consolas"/>
              </a:rPr>
              <a:t> rec():</a:t>
            </a:r>
          </a:p>
          <a:p>
            <a:r>
              <a:rPr lang="en-US" dirty="0">
                <a:latin typeface="Consolas"/>
                <a:cs typeface="Consolas"/>
              </a:rPr>
              <a:t> </a:t>
            </a:r>
            <a:r>
              <a:rPr lang="en-US" dirty="0" smtClean="0">
                <a:latin typeface="Consolas"/>
                <a:cs typeface="Consolas"/>
              </a:rPr>
              <a:t>   return n * factorial(n-1)</a:t>
            </a:r>
          </a:p>
          <a:p>
            <a:endParaRPr lang="en-US" dirty="0">
              <a:latin typeface="Consolas"/>
              <a:cs typeface="Consolas"/>
            </a:endParaRPr>
          </a:p>
          <a:p>
            <a:r>
              <a:rPr lang="en-US" dirty="0" smtClean="0">
                <a:latin typeface="Consolas"/>
                <a:cs typeface="Consolas"/>
              </a:rPr>
              <a:t>  return ______________</a:t>
            </a:r>
            <a:endParaRPr lang="en-US" dirty="0">
              <a:latin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06710" y="3205388"/>
            <a:ext cx="304772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Avenir Book"/>
                <a:cs typeface="Avenir Book"/>
              </a:rPr>
              <a:t>Remember that </a:t>
            </a:r>
            <a:r>
              <a:rPr lang="en-US" dirty="0" err="1" smtClean="0">
                <a:latin typeface="Avenir Book"/>
                <a:cs typeface="Avenir Book"/>
              </a:rPr>
              <a:t>boolean</a:t>
            </a:r>
            <a:r>
              <a:rPr lang="en-US" dirty="0" smtClean="0">
                <a:latin typeface="Avenir Book"/>
                <a:cs typeface="Avenir Book"/>
              </a:rPr>
              <a:t> operators are also operators! (e.g. &gt;=, ==, …)</a:t>
            </a:r>
            <a:endParaRPr lang="en-US" dirty="0">
              <a:latin typeface="Avenir Book"/>
              <a:cs typeface="Avenir Book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06710" y="4448141"/>
            <a:ext cx="30477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smtClean="0">
                <a:solidFill>
                  <a:srgbClr val="FF0000"/>
                </a:solidFill>
                <a:latin typeface="Avenir Book"/>
                <a:cs typeface="Avenir Book"/>
              </a:rPr>
              <a:t>Function boxes!!!!!!!!!!!</a:t>
            </a:r>
            <a:endParaRPr lang="en-US" sz="3600" b="1" dirty="0">
              <a:solidFill>
                <a:srgbClr val="FF0000"/>
              </a:solidFill>
              <a:latin typeface="Avenir Book"/>
              <a:cs typeface="Avenir Book"/>
            </a:endParaRPr>
          </a:p>
        </p:txBody>
      </p:sp>
    </p:spTree>
    <p:extLst>
      <p:ext uri="{BB962C8B-B14F-4D97-AF65-F5344CB8AC3E}">
        <p14:creationId xmlns:p14="http://schemas.microsoft.com/office/powerpoint/2010/main" val="16935473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xmlns:p14="http://schemas.microsoft.com/office/powerpoint/2010/main" spd="slow"/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Focus on your thought process, not the solutions!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When reviewing your midterm, don’t just memorize the solutions. We’re smart enough not to throw the same tricks at you.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as much as you can in a test!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Will help you remember more thoughts while you take the test. 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Will help you</a:t>
            </a:r>
            <a:r>
              <a:rPr lang="en-US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determine what thought processes worked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your answer is right… what worked?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your answer is wrong…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could you have done differently?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use function boxes, call expression trees next time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Tip of the Day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74989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xmlns:p14="http://schemas.microsoft.com/office/powerpoint/2010/main" spd="slow"/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Form groups of 2-3 as usual</a:t>
            </a:r>
          </a:p>
          <a:p>
            <a:r>
              <a:rPr lang="en-US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Write up your solution (function boxes + answers) on the board!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If you are concerned about putting about an incorrect answer, you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shouldn</a:t>
            </a:r>
            <a:r>
              <a:rPr lang="fr-FR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’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 be. It’s better to make mistakes here than on the test.</a:t>
            </a:r>
          </a:p>
          <a:p>
            <a:pPr lvl="2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Plus, everyone can see common mistakes and learn together.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More practice with writing code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Chalkboards should make you feel smart.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Rotate people every problem so everyone gets a chance.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>
            <a:normAutofit fontScale="90000"/>
          </a:bodyPr>
          <a:lstStyle/>
          <a:p>
            <a:r>
              <a:rPr lang="en-US" dirty="0" smtClean="0">
                <a:latin typeface="Century Gothic" charset="0"/>
              </a:rPr>
              <a:t>New Way of Running Disc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74830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xmlns:p14="http://schemas.microsoft.com/office/powerpoint/2010/main" spd="slow"/>
    </mc:Fallback>
  </mc:AlternateContent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 general technique of isolating the parts of a program that deal with how data are represented from the parts that deal with how data are manipulated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Data Abstraction</a:t>
            </a:r>
            <a:endParaRPr lang="en-US" dirty="0">
              <a:latin typeface="Century Gothic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85890" y="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705605" y="3052989"/>
            <a:ext cx="75435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Representation – stored as 2x2 matrix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2384" y="3848305"/>
            <a:ext cx="23349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Class city</a:t>
            </a:r>
          </a:p>
          <a:p>
            <a:r>
              <a:rPr lang="en-US" dirty="0" smtClean="0"/>
              <a:t>----------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Name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Latitude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Longitude</a:t>
            </a:r>
            <a:endParaRPr lang="en-US" dirty="0"/>
          </a:p>
        </p:txBody>
      </p:sp>
      <p:graphicFrame>
        <p:nvGraphicFramePr>
          <p:cNvPr id="6" name="Diagram 5"/>
          <p:cNvGraphicFramePr/>
          <p:nvPr>
            <p:extLst>
              <p:ext uri="{D42A27DB-BD31-4B8C-83A1-F6EECF244321}">
                <p14:modId xmlns:p14="http://schemas.microsoft.com/office/powerpoint/2010/main" val="3298778938"/>
              </p:ext>
            </p:extLst>
          </p:nvPr>
        </p:nvGraphicFramePr>
        <p:xfrm>
          <a:off x="3207296" y="3848305"/>
          <a:ext cx="2334912" cy="147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/>
          <p:cNvGraphicFramePr/>
          <p:nvPr>
            <p:extLst>
              <p:ext uri="{D42A27DB-BD31-4B8C-83A1-F6EECF244321}">
                <p14:modId xmlns:p14="http://schemas.microsoft.com/office/powerpoint/2010/main" val="3243310141"/>
              </p:ext>
            </p:extLst>
          </p:nvPr>
        </p:nvGraphicFramePr>
        <p:xfrm>
          <a:off x="5542208" y="3848305"/>
          <a:ext cx="2334912" cy="147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238623253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You can do cool stuff, like define functions that take in cities, or make lists of cities, etc.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city is now a new type, alongside built-in types like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booleans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ints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floats, </a:t>
            </a:r>
            <a:r>
              <a:rPr lang="en-US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strs</a:t>
            </a:r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functions, lists, etc.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Data Abstraction</a:t>
            </a:r>
            <a:endParaRPr lang="en-US" dirty="0">
              <a:latin typeface="Century Gothic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85890" y="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705605" y="3052989"/>
            <a:ext cx="75050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Use – don’t care about how data’s stored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72384" y="3848305"/>
            <a:ext cx="233491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Class city</a:t>
            </a:r>
          </a:p>
          <a:p>
            <a:r>
              <a:rPr lang="en-US" dirty="0" smtClean="0"/>
              <a:t>----------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Name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Latitude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Longitude</a:t>
            </a:r>
            <a:endParaRPr lang="en-US" dirty="0"/>
          </a:p>
        </p:txBody>
      </p:sp>
      <p:graphicFrame>
        <p:nvGraphicFramePr>
          <p:cNvPr id="9" name="Diagram 8"/>
          <p:cNvGraphicFramePr/>
          <p:nvPr>
            <p:extLst>
              <p:ext uri="{D42A27DB-BD31-4B8C-83A1-F6EECF244321}">
                <p14:modId xmlns:p14="http://schemas.microsoft.com/office/powerpoint/2010/main" val="3380242200"/>
              </p:ext>
            </p:extLst>
          </p:nvPr>
        </p:nvGraphicFramePr>
        <p:xfrm>
          <a:off x="3207296" y="3848305"/>
          <a:ext cx="2334912" cy="14773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8" name="Group 7"/>
          <p:cNvGrpSpPr/>
          <p:nvPr/>
        </p:nvGrpSpPr>
        <p:grpSpPr>
          <a:xfrm>
            <a:off x="3733293" y="3950926"/>
            <a:ext cx="1347063" cy="1257113"/>
            <a:chOff x="3733293" y="3950926"/>
            <a:chExt cx="1347063" cy="1257113"/>
          </a:xfrm>
        </p:grpSpPr>
        <p:sp>
          <p:nvSpPr>
            <p:cNvPr id="6" name="Rectangle 5"/>
            <p:cNvSpPr/>
            <p:nvPr/>
          </p:nvSpPr>
          <p:spPr>
            <a:xfrm>
              <a:off x="3758951" y="3950926"/>
              <a:ext cx="1231601" cy="1257113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733293" y="4387067"/>
              <a:ext cx="1347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/>
                <a:t>City instance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3758951" y="5325633"/>
            <a:ext cx="1347063" cy="1257113"/>
            <a:chOff x="3733293" y="3950926"/>
            <a:chExt cx="1347063" cy="1257113"/>
          </a:xfrm>
        </p:grpSpPr>
        <p:sp>
          <p:nvSpPr>
            <p:cNvPr id="14" name="Rectangle 13"/>
            <p:cNvSpPr/>
            <p:nvPr/>
          </p:nvSpPr>
          <p:spPr>
            <a:xfrm>
              <a:off x="3758951" y="3950926"/>
              <a:ext cx="1231601" cy="1257113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733293" y="4387067"/>
              <a:ext cx="13470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/>
                <a:t>City instance</a:t>
              </a:r>
            </a:p>
          </p:txBody>
        </p:sp>
      </p:grpSp>
      <p:sp>
        <p:nvSpPr>
          <p:cNvPr id="10" name="Left-Right Arrow Callout 9"/>
          <p:cNvSpPr/>
          <p:nvPr/>
        </p:nvSpPr>
        <p:spPr>
          <a:xfrm>
            <a:off x="5106014" y="4771810"/>
            <a:ext cx="1895418" cy="897937"/>
          </a:xfrm>
          <a:prstGeom prst="leftRightArrowCallou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5617633" y="5054150"/>
            <a:ext cx="13470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distance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1714" y="4946429"/>
            <a:ext cx="1347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Number</a:t>
            </a:r>
          </a:p>
          <a:p>
            <a:r>
              <a:rPr lang="en-US" sz="1400" dirty="0" smtClean="0"/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373511357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Another real life example (because examples help with learning). 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dirty="0" smtClean="0">
                <a:latin typeface="Century Gothic" charset="0"/>
              </a:rPr>
              <a:t>Data Abstraction</a:t>
            </a:r>
            <a:endParaRPr lang="en-US" dirty="0">
              <a:latin typeface="Century Gothic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85890" y="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6337617" y="2593898"/>
            <a:ext cx="1013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Use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05604" y="2591181"/>
            <a:ext cx="3220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Representation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649788" y="2705638"/>
            <a:ext cx="257530" cy="3618410"/>
          </a:xfrm>
          <a:prstGeom prst="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3646788" y="5579070"/>
            <a:ext cx="23349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Abstraction barrier: Non-disclosure agreement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490890" y="3463474"/>
            <a:ext cx="302768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Facebook friend</a:t>
            </a:r>
          </a:p>
          <a:p>
            <a:r>
              <a:rPr lang="en-US" dirty="0" smtClean="0"/>
              <a:t>------------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Mutual friends with me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Date we first met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Shared tagged photos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Behavior: Add friend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Behavior: Delete friend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2163" y="3450646"/>
            <a:ext cx="3002446" cy="2862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Facebook friend</a:t>
            </a:r>
          </a:p>
          <a:p>
            <a:r>
              <a:rPr lang="en-US" dirty="0" smtClean="0"/>
              <a:t>------------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Id1=190324823234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Id2=435920809920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Shared photos computed by query</a:t>
            </a:r>
          </a:p>
          <a:p>
            <a:pPr marL="285750" indent="-285750">
              <a:buFontTx/>
              <a:buChar char="•"/>
            </a:pPr>
            <a:r>
              <a:rPr lang="en-US" dirty="0" smtClean="0"/>
              <a:t>(Not the actual representation. Just trying to get message across)</a:t>
            </a:r>
          </a:p>
        </p:txBody>
      </p:sp>
    </p:spTree>
    <p:extLst>
      <p:ext uri="{BB962C8B-B14F-4D97-AF65-F5344CB8AC3E}">
        <p14:creationId xmlns:p14="http://schemas.microsoft.com/office/powerpoint/2010/main" val="416634684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Another real life example (because examples help with learning): file names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Data Abstraction – More Examp</a:t>
            </a:r>
            <a:r>
              <a:rPr lang="en-US" sz="3200" dirty="0">
                <a:latin typeface="Century Gothic" charset="0"/>
              </a:rPr>
              <a:t>l</a:t>
            </a:r>
            <a:r>
              <a:rPr lang="en-US" sz="3200" dirty="0" smtClean="0">
                <a:latin typeface="Century Gothic" charset="0"/>
              </a:rPr>
              <a:t>es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85890" y="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6337617" y="2593898"/>
            <a:ext cx="1013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Use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05604" y="2591181"/>
            <a:ext cx="3220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Representation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649788" y="2705638"/>
            <a:ext cx="257530" cy="3618410"/>
          </a:xfrm>
          <a:prstGeom prst="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3646788" y="5579070"/>
            <a:ext cx="23349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Behavior </a:t>
            </a:r>
            <a:r>
              <a:rPr lang="en-US" dirty="0" err="1" smtClean="0"/>
              <a:t>conds</a:t>
            </a:r>
            <a:r>
              <a:rPr lang="en-US" dirty="0" smtClean="0"/>
              <a:t>: Style should be for header HTML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5490890" y="3463474"/>
            <a:ext cx="3027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beautiful_website.html</a:t>
            </a:r>
            <a:endParaRPr lang="en-US" dirty="0" smtClean="0"/>
          </a:p>
          <a:p>
            <a:r>
              <a:rPr lang="en-US" dirty="0" smtClean="0"/>
              <a:t>------------</a:t>
            </a:r>
          </a:p>
          <a:p>
            <a:r>
              <a:rPr lang="en-US" dirty="0" smtClean="0"/>
              <a:t>&lt;link </a:t>
            </a:r>
            <a:r>
              <a:rPr lang="en-US" dirty="0" err="1" smtClean="0"/>
              <a:t>src</a:t>
            </a:r>
            <a:r>
              <a:rPr lang="en-US" dirty="0" smtClean="0"/>
              <a:t>=“</a:t>
            </a:r>
            <a:r>
              <a:rPr lang="en-US" dirty="0" err="1" smtClean="0"/>
              <a:t>header.css</a:t>
            </a:r>
            <a:r>
              <a:rPr lang="en-US" dirty="0" smtClean="0"/>
              <a:t>” …&gt;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2163" y="3450646"/>
            <a:ext cx="30024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Version 1</a:t>
            </a:r>
          </a:p>
          <a:p>
            <a:r>
              <a:rPr lang="en-US" dirty="0" smtClean="0"/>
              <a:t>------------</a:t>
            </a:r>
          </a:p>
          <a:p>
            <a:r>
              <a:rPr lang="en-US" dirty="0" smtClean="0"/>
              <a:t>color: #1340EE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163" y="4373976"/>
            <a:ext cx="30024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Version 2</a:t>
            </a:r>
          </a:p>
          <a:p>
            <a:r>
              <a:rPr lang="en-US" dirty="0" smtClean="0"/>
              <a:t>------------</a:t>
            </a:r>
          </a:p>
          <a:p>
            <a:r>
              <a:rPr lang="en-US" dirty="0" smtClean="0"/>
              <a:t>color: #24B6C2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163" y="5400718"/>
            <a:ext cx="30024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Version 3</a:t>
            </a:r>
          </a:p>
          <a:p>
            <a:r>
              <a:rPr lang="en-US" dirty="0" smtClean="0"/>
              <a:t>------------</a:t>
            </a:r>
          </a:p>
          <a:p>
            <a:r>
              <a:rPr lang="en-US" dirty="0"/>
              <a:t>c</a:t>
            </a:r>
            <a:r>
              <a:rPr lang="en-US" dirty="0" smtClean="0"/>
              <a:t>olor: #AA3451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6788" y="4189310"/>
            <a:ext cx="3002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header.css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29712682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Did you know? Python files in your current directory can be imported as modules!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Data Abstraction – Python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85890" y="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6337617" y="2593898"/>
            <a:ext cx="1013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Use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05604" y="2591181"/>
            <a:ext cx="3220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Representation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68200" y="2705638"/>
            <a:ext cx="257530" cy="3618410"/>
          </a:xfrm>
          <a:prstGeom prst="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758274" y="5579070"/>
            <a:ext cx="23349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Behavior </a:t>
            </a:r>
            <a:r>
              <a:rPr lang="en-US" dirty="0" err="1" smtClean="0"/>
              <a:t>conds</a:t>
            </a:r>
            <a:r>
              <a:rPr lang="en-US" dirty="0" smtClean="0"/>
              <a:t>: Style should be for header HTML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4649788" y="3463474"/>
            <a:ext cx="400991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life.py</a:t>
            </a:r>
            <a:endParaRPr lang="en-US" dirty="0" smtClean="0"/>
          </a:p>
          <a:p>
            <a:r>
              <a:rPr lang="en-US" dirty="0" smtClean="0"/>
              <a:t>------------</a:t>
            </a:r>
          </a:p>
          <a:p>
            <a:r>
              <a:rPr lang="en-US" dirty="0" smtClean="0"/>
              <a:t>from constants import *</a:t>
            </a:r>
          </a:p>
          <a:p>
            <a:r>
              <a:rPr lang="en-US" dirty="0" smtClean="0"/>
              <a:t>print(“I made {0} slides for my </a:t>
            </a:r>
            <a:r>
              <a:rPr lang="en-US" dirty="0"/>
              <a:t> </a:t>
            </a:r>
            <a:r>
              <a:rPr lang="en-US" dirty="0" smtClean="0"/>
              <a:t> 	</a:t>
            </a:r>
            <a:r>
              <a:rPr lang="en-US" dirty="0" err="1" smtClean="0"/>
              <a:t>section”.format</a:t>
            </a:r>
            <a:r>
              <a:rPr lang="en-US" dirty="0" smtClean="0"/>
              <a:t>(SLIDES))</a:t>
            </a:r>
          </a:p>
          <a:p>
            <a:r>
              <a:rPr lang="en-US" dirty="0" smtClean="0"/>
              <a:t>print(“The {0} slides are made</a:t>
            </a:r>
          </a:p>
          <a:p>
            <a:r>
              <a:rPr lang="en-US" dirty="0"/>
              <a:t>	</a:t>
            </a:r>
            <a:r>
              <a:rPr lang="en-US" dirty="0" smtClean="0"/>
              <a:t>with </a:t>
            </a:r>
            <a:r>
              <a:rPr lang="en-US" dirty="0" err="1" smtClean="0"/>
              <a:t>care”.format</a:t>
            </a:r>
            <a:r>
              <a:rPr lang="en-US" dirty="0" smtClean="0"/>
              <a:t>(SLIDES))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2163" y="3450646"/>
            <a:ext cx="30024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constants.py</a:t>
            </a:r>
            <a:endParaRPr lang="en-US" dirty="0" smtClean="0"/>
          </a:p>
          <a:p>
            <a:r>
              <a:rPr lang="en-US" dirty="0" smtClean="0"/>
              <a:t>------------</a:t>
            </a:r>
          </a:p>
          <a:p>
            <a:r>
              <a:rPr lang="en-US" dirty="0" smtClean="0"/>
              <a:t>SLIDES =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7036" y="4189310"/>
            <a:ext cx="3002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constants.py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70008996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598613"/>
            <a:ext cx="8314267" cy="4903787"/>
          </a:xfrm>
        </p:spPr>
        <p:txBody>
          <a:bodyPr/>
          <a:lstStyle/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Then, for next lab:</a:t>
            </a:r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17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1042988" y="455613"/>
            <a:ext cx="7024687" cy="1143000"/>
          </a:xfrm>
        </p:spPr>
        <p:txBody>
          <a:bodyPr/>
          <a:lstStyle/>
          <a:p>
            <a:r>
              <a:rPr lang="en-US" sz="3200" dirty="0" smtClean="0">
                <a:latin typeface="Century Gothic" charset="0"/>
              </a:rPr>
              <a:t>Data Abstraction – Python</a:t>
            </a:r>
            <a:endParaRPr lang="en-US" sz="3200" dirty="0">
              <a:latin typeface="Century Gothic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85890" y="0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6337617" y="2593898"/>
            <a:ext cx="1013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Use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05604" y="2591181"/>
            <a:ext cx="3220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smtClean="0">
                <a:solidFill>
                  <a:schemeClr val="bg2">
                    <a:lumMod val="50000"/>
                  </a:schemeClr>
                </a:solidFill>
              </a:rPr>
              <a:t>Representation</a:t>
            </a:r>
            <a:endParaRPr lang="en-US" sz="28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68200" y="2705638"/>
            <a:ext cx="257530" cy="3618410"/>
          </a:xfrm>
          <a:prstGeom prst="rect">
            <a:avLst/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2758274" y="5579070"/>
            <a:ext cx="23349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Behavior </a:t>
            </a:r>
            <a:r>
              <a:rPr lang="en-US" dirty="0" err="1" smtClean="0"/>
              <a:t>conds</a:t>
            </a:r>
            <a:r>
              <a:rPr lang="en-US" dirty="0" smtClean="0"/>
              <a:t>: Style should be for header HTML</a:t>
            </a:r>
            <a:endParaRPr 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4649788" y="3463474"/>
            <a:ext cx="400991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life.py</a:t>
            </a:r>
            <a:endParaRPr lang="en-US" dirty="0" smtClean="0"/>
          </a:p>
          <a:p>
            <a:r>
              <a:rPr lang="en-US" dirty="0" smtClean="0"/>
              <a:t>------------</a:t>
            </a:r>
          </a:p>
          <a:p>
            <a:r>
              <a:rPr lang="en-US" dirty="0" smtClean="0"/>
              <a:t>from constants import *</a:t>
            </a:r>
          </a:p>
          <a:p>
            <a:r>
              <a:rPr lang="en-US" dirty="0" smtClean="0"/>
              <a:t>print(“I made {0} slides for my </a:t>
            </a:r>
            <a:r>
              <a:rPr lang="en-US" dirty="0"/>
              <a:t> </a:t>
            </a:r>
            <a:r>
              <a:rPr lang="en-US" dirty="0" smtClean="0"/>
              <a:t> 	</a:t>
            </a:r>
            <a:r>
              <a:rPr lang="en-US" dirty="0" err="1" smtClean="0"/>
              <a:t>section”.format</a:t>
            </a:r>
            <a:r>
              <a:rPr lang="en-US" dirty="0" smtClean="0"/>
              <a:t>(SLIDES))</a:t>
            </a:r>
          </a:p>
          <a:p>
            <a:r>
              <a:rPr lang="en-US" dirty="0" smtClean="0"/>
              <a:t>print(“The {0} slides are made</a:t>
            </a:r>
          </a:p>
          <a:p>
            <a:r>
              <a:rPr lang="en-US" dirty="0"/>
              <a:t>	</a:t>
            </a:r>
            <a:r>
              <a:rPr lang="en-US" dirty="0" smtClean="0"/>
              <a:t>with </a:t>
            </a:r>
            <a:r>
              <a:rPr lang="en-US" dirty="0" err="1" smtClean="0"/>
              <a:t>care”.format</a:t>
            </a:r>
            <a:r>
              <a:rPr lang="en-US" dirty="0" smtClean="0"/>
              <a:t>(SLIDES))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2163" y="3450646"/>
            <a:ext cx="30024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constants.py</a:t>
            </a:r>
            <a:endParaRPr lang="en-US" dirty="0" smtClean="0"/>
          </a:p>
          <a:p>
            <a:r>
              <a:rPr lang="en-US" dirty="0" smtClean="0"/>
              <a:t>------------</a:t>
            </a:r>
          </a:p>
          <a:p>
            <a:r>
              <a:rPr lang="en-US" dirty="0" smtClean="0"/>
              <a:t>SLIDES = </a:t>
            </a:r>
            <a:r>
              <a:rPr lang="en-US" dirty="0" smtClean="0">
                <a:solidFill>
                  <a:srgbClr val="FF00FF"/>
                </a:solidFill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77036" y="4189310"/>
            <a:ext cx="3002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constants.py</a:t>
            </a:r>
            <a:endParaRPr lang="en-US" dirty="0" smtClean="0"/>
          </a:p>
        </p:txBody>
      </p:sp>
      <p:sp>
        <p:nvSpPr>
          <p:cNvPr id="5" name="TextBox 4"/>
          <p:cNvSpPr txBox="1"/>
          <p:nvPr/>
        </p:nvSpPr>
        <p:spPr>
          <a:xfrm>
            <a:off x="457199" y="4848468"/>
            <a:ext cx="29763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rgbClr val="FF00FF"/>
                </a:solidFill>
              </a:rPr>
              <a:t>Wow, I only had to change </a:t>
            </a:r>
            <a:r>
              <a:rPr lang="en-US" dirty="0" err="1" smtClean="0">
                <a:solidFill>
                  <a:srgbClr val="FF00FF"/>
                </a:solidFill>
              </a:rPr>
              <a:t>constants.py</a:t>
            </a:r>
            <a:r>
              <a:rPr lang="en-US" dirty="0" smtClean="0">
                <a:solidFill>
                  <a:srgbClr val="FF00FF"/>
                </a:solidFill>
              </a:rPr>
              <a:t>!</a:t>
            </a:r>
          </a:p>
          <a:p>
            <a:r>
              <a:rPr lang="en-US" dirty="0" smtClean="0">
                <a:solidFill>
                  <a:srgbClr val="3366FF"/>
                </a:solidFill>
              </a:rPr>
              <a:t>I just use SLIDES without worrying about the</a:t>
            </a:r>
          </a:p>
          <a:p>
            <a:r>
              <a:rPr lang="en-US" dirty="0" smtClean="0">
                <a:solidFill>
                  <a:srgbClr val="3366FF"/>
                </a:solidFill>
              </a:rPr>
              <a:t>actual count.</a:t>
            </a:r>
            <a:endParaRPr lang="en-US" dirty="0">
              <a:solidFill>
                <a:srgbClr val="3366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5009631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20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Representation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 How will I store my data?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Choose a data structure! They can range from a simple list to a complicated class.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Not all values the user asks for has to be stored. They can sometimes be computed.</a:t>
            </a:r>
          </a:p>
          <a:p>
            <a:pPr marL="1098550" lvl="2" indent="-457200">
              <a:buFont typeface="+mj-lt"/>
              <a:buAutoNum type="arabicPeriod"/>
            </a:pP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sz="18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get_distance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(self, city2):</a:t>
            </a:r>
            <a:endParaRPr lang="en-US" sz="18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527050" indent="-457200">
              <a:buFont typeface="+mj-lt"/>
              <a:buAutoNum type="arabicPeriod"/>
            </a:pPr>
            <a:r>
              <a:rPr lang="en-US" sz="20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Constructors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 What’s the interface available for me to make objects of a certain ADT?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20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Selectors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 How to get info from an object of a certain ADT?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20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Working with the type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 What functions can I use to manipulate objects of an ADT? Or should I write my own?</a:t>
            </a:r>
          </a:p>
          <a:p>
            <a:pPr marL="527050" indent="-457200">
              <a:buFont typeface="+mj-lt"/>
              <a:buAutoNum type="arabicPeriod"/>
            </a:pP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18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2" y="439738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Data Abstraction Qs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955407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222500"/>
            <a:ext cx="8263467" cy="42968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20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Representation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 How will I store my data?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 simple list suffices: [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numer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,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denom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]. Note: order is important here!</a:t>
            </a:r>
            <a:endParaRPr lang="en-US" sz="1800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marL="527050" indent="-457200">
              <a:buFont typeface="+mj-lt"/>
              <a:buAutoNum type="arabicPeriod"/>
            </a:pPr>
            <a:r>
              <a:rPr lang="en-US" sz="20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Constructors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 What’s the interface available for me to make objects of a certain ADT?</a:t>
            </a:r>
          </a:p>
          <a:p>
            <a:pPr marL="366713" lvl="1" indent="0">
              <a:buNone/>
            </a:pP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make_rational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(n, d):		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make_rational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(w):</a:t>
            </a:r>
          </a:p>
          <a:p>
            <a:pPr marL="366713" lvl="1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	return [n, d]  				return [w, 1]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20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Selectors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 How to get info from an object of a certain ADT?</a:t>
            </a:r>
          </a:p>
          <a:p>
            <a:pPr marL="366713" lvl="1" indent="0">
              <a:buNone/>
            </a:pP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numer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(r):		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def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denom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(r):</a:t>
            </a:r>
          </a:p>
          <a:p>
            <a:pPr marL="366713" lvl="1" indent="0">
              <a:buNone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	return r[0]		return r[1]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2000" u="sng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Working with the type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: What functions can I use to manipulate objects of an ADT? Or should I write my own?</a:t>
            </a:r>
          </a:p>
          <a:p>
            <a:pPr marL="69850" indent="0">
              <a:buNone/>
            </a:pPr>
            <a:r>
              <a:rPr lang="en-US" sz="20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	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add_rationals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(r1, r2)	</a:t>
            </a:r>
            <a:r>
              <a:rPr lang="en-US" sz="20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mul_rationals</a:t>
            </a:r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(r1, r2)	reciprocal(r1)</a:t>
            </a:r>
          </a:p>
          <a:p>
            <a:pPr marL="527050" indent="-457200">
              <a:buFont typeface="+mj-lt"/>
              <a:buAutoNum type="arabicPeriod"/>
            </a:pPr>
            <a:endParaRPr lang="en-US" sz="18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19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2" y="250826"/>
            <a:ext cx="8263466" cy="1143000"/>
          </a:xfrm>
        </p:spPr>
        <p:txBody>
          <a:bodyPr/>
          <a:lstStyle/>
          <a:p>
            <a:pPr algn="ctr"/>
            <a:r>
              <a:rPr lang="en-US" dirty="0" smtClean="0">
                <a:latin typeface="Century Gothic" charset="0"/>
              </a:rPr>
              <a:t>Data Abstraction Qs Example</a:t>
            </a:r>
            <a:endParaRPr lang="en-US" dirty="0">
              <a:latin typeface="Century Gothic" charset="0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667000" y="1587500"/>
            <a:ext cx="49212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Rational: numerator / denominator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32533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states in AI search problem</a:t>
            </a:r>
          </a:p>
          <a:p>
            <a:pPr lvl="1"/>
            <a:r>
              <a:rPr lang="en-US" sz="18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E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ach state is a combination of information (game board, where the agents are, etc.)</a:t>
            </a:r>
          </a:p>
          <a:p>
            <a:pPr lvl="1"/>
            <a:r>
              <a:rPr lang="en-US" sz="18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T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hey are treated as a unit when passed into functions expecting state-types.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heuristic functions take in a state and returns a value for that state.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E.g. synchronization primitives (locks, semaphores) in operating systems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Very low level: disabling interrupts</a:t>
            </a:r>
          </a:p>
          <a:p>
            <a:pPr lvl="1"/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However, having to implement that all the time is tedious! We want a type of object that has that desired behavior.</a:t>
            </a:r>
          </a:p>
          <a:p>
            <a:pPr lvl="1"/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pPr lvl="1"/>
            <a:endParaRPr lang="en-US" sz="2000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20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455613"/>
            <a:ext cx="8263466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latin typeface="Century Gothic" charset="0"/>
              </a:rPr>
              <a:t>Application of Data Abstraction</a:t>
            </a:r>
            <a:br>
              <a:rPr lang="en-US" dirty="0" smtClean="0">
                <a:latin typeface="Century Gothic" charset="0"/>
              </a:rPr>
            </a:br>
            <a:r>
              <a:rPr lang="en-US" dirty="0" smtClean="0">
                <a:latin typeface="Century Gothic" charset="0"/>
              </a:rPr>
              <a:t>from my classes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069425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Given this selector function, implement the corresponding constructor of the object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.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Use this type’s interface to create a function that manipulates this type.</a:t>
            </a:r>
          </a:p>
          <a:p>
            <a:r>
              <a:rPr lang="en-US" sz="20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we represent the unit ADT using the Pair ADT?</a:t>
            </a:r>
          </a:p>
          <a:p>
            <a:pPr lvl="1"/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Related question: how do we use the Pair ADT (holds 2 objects) to create a list of any length?</a:t>
            </a:r>
          </a:p>
          <a:p>
            <a:pPr lvl="1"/>
            <a:endParaRPr lang="en-US" dirty="0">
              <a:solidFill>
                <a:srgbClr val="4A6300"/>
              </a:solidFill>
              <a:latin typeface="Avenir Book" charset="0"/>
              <a:cs typeface="Avenir Book" charset="0"/>
            </a:endParaRP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There are so many questions to explore! Try working on programs to practice data abstraction!</a:t>
            </a:r>
          </a:p>
          <a:p>
            <a:r>
              <a:rPr lang="en-US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Reminder to finish discussion packets </a:t>
            </a:r>
            <a:r>
              <a:rPr lang="en-US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at home.</a:t>
            </a:r>
            <a:endParaRPr lang="en-US" dirty="0" smtClean="0">
              <a:solidFill>
                <a:srgbClr val="4A6300"/>
              </a:solidFill>
              <a:latin typeface="Avenir Book" charset="0"/>
              <a:cs typeface="Avenir Book" charset="0"/>
            </a:endParaRP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21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455613"/>
            <a:ext cx="8263466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latin typeface="Century Gothic" charset="0"/>
              </a:rPr>
              <a:t>Sample Data Abstraction Problems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94716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132" y="2324100"/>
            <a:ext cx="8263467" cy="4195233"/>
          </a:xfrm>
        </p:spPr>
        <p:txBody>
          <a:bodyPr/>
          <a:lstStyle/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are advantages of object-oriented programming syntax?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is the type of an object called?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[Experienced programmers:] Can you consider the ____ an object as well?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functions do we need to define an ADT and therefore create data abstraction? Con______ and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sel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______.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>
                <a:solidFill>
                  <a:srgbClr val="4A6300"/>
                </a:solidFill>
                <a:latin typeface="Avenir Book" charset="0"/>
                <a:cs typeface="Avenir Book" charset="0"/>
              </a:rPr>
              <a:t>What 2 objects does the rational ADT combine?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does the con_______ look like? Give the domain and range.</a:t>
            </a:r>
          </a:p>
          <a:p>
            <a:pPr marL="823913" lvl="1" indent="-457200">
              <a:buFont typeface="+mj-lt"/>
              <a:buAutoNum type="arabicPeriod"/>
            </a:pP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do the </a:t>
            </a:r>
            <a:r>
              <a:rPr lang="en-US" sz="16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sel</a:t>
            </a:r>
            <a:r>
              <a:rPr lang="en-US" sz="16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______ look like? Give the domain and range.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How do you describe the domain/range of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add_rationals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(x, y)?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Why is it that </a:t>
            </a:r>
            <a:r>
              <a:rPr lang="en-US" sz="1800" dirty="0" err="1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divide_rational</a:t>
            </a: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 = lambda x, y: [x[0]*y[0], x[1]*y[1]] violates the abstraction barrier set up by the rational constructors/selectors?</a:t>
            </a:r>
          </a:p>
          <a:p>
            <a:pPr marL="527050" indent="-457200">
              <a:buFont typeface="+mj-lt"/>
              <a:buAutoNum type="arabicPeriod"/>
            </a:pPr>
            <a:r>
              <a:rPr lang="en-US" sz="1800" dirty="0" smtClean="0">
                <a:solidFill>
                  <a:srgbClr val="4A6300"/>
                </a:solidFill>
                <a:latin typeface="Avenir Book" charset="0"/>
                <a:cs typeface="Avenir Book" charset="0"/>
              </a:rPr>
              <a:t>What are behavior conditions for ADTs? Why can (and should we) recognize ADTs by their behavior, not by their class?</a:t>
            </a:r>
          </a:p>
        </p:txBody>
      </p:sp>
      <p:sp>
        <p:nvSpPr>
          <p:cNvPr id="6147" name="Slide Number Placeholder 4"/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charset="0"/>
                <a:ea typeface="ＭＳ Ｐゴシック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B6F7E0B-2963-1842-872C-CA99E62BCD77}" type="slidenum">
              <a:rPr lang="en-US">
                <a:solidFill>
                  <a:srgbClr val="FEFEFE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22</a:t>
            </a:fld>
            <a:endParaRPr lang="en-US">
              <a:solidFill>
                <a:srgbClr val="FEFEFE"/>
              </a:solidFill>
            </a:endParaRPr>
          </a:p>
        </p:txBody>
      </p:sp>
      <p:sp>
        <p:nvSpPr>
          <p:cNvPr id="6145" name="Title 1"/>
          <p:cNvSpPr>
            <a:spLocks noGrp="1"/>
          </p:cNvSpPr>
          <p:nvPr>
            <p:ph type="title"/>
          </p:nvPr>
        </p:nvSpPr>
        <p:spPr>
          <a:xfrm>
            <a:off x="474133" y="280988"/>
            <a:ext cx="8263466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>
                <a:latin typeface="Century Gothic" charset="0"/>
              </a:rPr>
              <a:t>Optional Conceptual Questions (Wednesday </a:t>
            </a:r>
            <a:r>
              <a:rPr lang="en-US" dirty="0" smtClean="0">
                <a:latin typeface="Century Gothic" charset="0"/>
              </a:rPr>
              <a:t>2/11 </a:t>
            </a:r>
            <a:r>
              <a:rPr lang="en-US" dirty="0" smtClean="0">
                <a:latin typeface="Century Gothic" charset="0"/>
              </a:rPr>
              <a:t>lecture)</a:t>
            </a:r>
            <a:endParaRPr lang="en-US" dirty="0">
              <a:latin typeface="Century Gothic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09698799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aveform">
  <a:themeElements>
    <a:clrScheme name="Waveform">
      <a:dk1>
        <a:sysClr val="windowText" lastClr="000000"/>
      </a:dk1>
      <a:lt1>
        <a:sysClr val="window" lastClr="FFFFFF"/>
      </a:lt1>
      <a:dk2>
        <a:srgbClr val="073E87"/>
      </a:dk2>
      <a:lt2>
        <a:srgbClr val="C6E7FC"/>
      </a:lt2>
      <a:accent1>
        <a:srgbClr val="31B6FD"/>
      </a:accent1>
      <a:accent2>
        <a:srgbClr val="4584D3"/>
      </a:accent2>
      <a:accent3>
        <a:srgbClr val="5BD078"/>
      </a:accent3>
      <a:accent4>
        <a:srgbClr val="A5D028"/>
      </a:accent4>
      <a:accent5>
        <a:srgbClr val="F5C040"/>
      </a:accent5>
      <a:accent6>
        <a:srgbClr val="05E0DB"/>
      </a:accent6>
      <a:hlink>
        <a:srgbClr val="0080FF"/>
      </a:hlink>
      <a:folHlink>
        <a:srgbClr val="5EAEFF"/>
      </a:folHlink>
    </a:clrScheme>
    <a:fontScheme name="Waveform">
      <a:majorFont>
        <a:latin typeface="Candara"/>
        <a:ea typeface=""/>
        <a:cs typeface=""/>
        <a:font script="Jpan" typeface="HGP明朝E"/>
        <a:font script="Hang" typeface="HY그래픽M"/>
        <a:font script="Hans" typeface="华文新魏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HGP明朝E"/>
        <a:font script="Hang" typeface="HY그래픽M"/>
        <a:font script="Hans" typeface="华文楷体"/>
        <a:font script="Hant" typeface="標楷體"/>
        <a:font script="Arab" typeface="Arial"/>
        <a:font script="Hebr" typeface="Arial"/>
        <a:font script="Thai" typeface="Kodchiang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aveform">
      <a:fillStyleLst>
        <a:solidFill>
          <a:schemeClr val="phClr"/>
        </a:solidFill>
        <a:gradFill rotWithShape="1">
          <a:gsLst>
            <a:gs pos="0">
              <a:schemeClr val="phClr">
                <a:tint val="0"/>
              </a:schemeClr>
            </a:gs>
            <a:gs pos="44000">
              <a:schemeClr val="phClr">
                <a:tint val="60000"/>
                <a:satMod val="120000"/>
              </a:schemeClr>
            </a:gs>
            <a:gs pos="100000">
              <a:schemeClr val="phClr">
                <a:tint val="90000"/>
                <a:alpha val="100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20000"/>
                <a:lumMod val="120000"/>
              </a:schemeClr>
            </a:gs>
            <a:gs pos="100000">
              <a:schemeClr val="phClr">
                <a:shade val="89000"/>
                <a:lumMod val="9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>
              <a:shade val="75000"/>
              <a:lumMod val="8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prstMaterial="flat">
            <a:bevelT w="12700" h="12700"/>
          </a:sp3d>
        </a:effectStyle>
        <a:effectStyle>
          <a:effectLst>
            <a:outerShdw blurRad="508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6360000"/>
            </a:lightRig>
          </a:scene3d>
          <a:sp3d contourW="19050" prstMaterial="flat">
            <a:bevelT w="63500" h="63500"/>
            <a:contourClr>
              <a:schemeClr val="phClr">
                <a:shade val="25000"/>
                <a:satMod val="18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40000">
              <a:schemeClr val="phClr">
                <a:tint val="94000"/>
                <a:shade val="94000"/>
                <a:alpha val="100000"/>
                <a:satMod val="114000"/>
                <a:lumMod val="114000"/>
              </a:schemeClr>
            </a:gs>
            <a:gs pos="74000">
              <a:schemeClr val="phClr">
                <a:tint val="94000"/>
                <a:shade val="94000"/>
                <a:satMod val="128000"/>
                <a:lumMod val="100000"/>
              </a:schemeClr>
            </a:gs>
            <a:gs pos="100000">
              <a:schemeClr val="phClr">
                <a:tint val="98000"/>
                <a:shade val="100000"/>
                <a:hueMod val="98000"/>
                <a:satMod val="100000"/>
                <a:lumMod val="74000"/>
              </a:schemeClr>
            </a:gs>
          </a:gsLst>
          <a:path path="circle">
            <a:fillToRect l="20000" t="-40000" r="20000" b="14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6000"/>
                <a:satMod val="130000"/>
                <a:lumMod val="50000"/>
              </a:schemeClr>
              <a:schemeClr val="phClr">
                <a:tint val="96000"/>
                <a:satMod val="114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Waveform.thmx</Template>
  <TotalTime>13512</TotalTime>
  <Words>1964</Words>
  <Application>Microsoft Macintosh PowerPoint</Application>
  <PresentationFormat>On-screen Show (4:3)</PresentationFormat>
  <Paragraphs>285</Paragraphs>
  <Slides>22</Slides>
  <Notes>21</Notes>
  <HiddenSlides>3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Waveform</vt:lpstr>
      <vt:lpstr>CS61A Disc 3  Sections 13/26</vt:lpstr>
      <vt:lpstr>Attendance Logistics</vt:lpstr>
      <vt:lpstr>Section Quiz</vt:lpstr>
      <vt:lpstr>Section Quiz [Solutions]</vt:lpstr>
      <vt:lpstr>Section Quiz [Solutions]</vt:lpstr>
      <vt:lpstr>Section Quiz [Solutions]</vt:lpstr>
      <vt:lpstr>Anuncios</vt:lpstr>
      <vt:lpstr>Your feedback</vt:lpstr>
      <vt:lpstr>5-min Review Recap</vt:lpstr>
      <vt:lpstr>Tip of the Day</vt:lpstr>
      <vt:lpstr>New Way of Running Disc</vt:lpstr>
      <vt:lpstr>Data Abstraction</vt:lpstr>
      <vt:lpstr>Data Abstraction</vt:lpstr>
      <vt:lpstr>Data Abstraction</vt:lpstr>
      <vt:lpstr>Data Abstraction – More Examples</vt:lpstr>
      <vt:lpstr>Data Abstraction – Python</vt:lpstr>
      <vt:lpstr>Data Abstraction – Python</vt:lpstr>
      <vt:lpstr>Data Abstraction Qs</vt:lpstr>
      <vt:lpstr>Data Abstraction Qs Example</vt:lpstr>
      <vt:lpstr>Application of Data Abstraction from my classes</vt:lpstr>
      <vt:lpstr>Sample Data Abstraction Problems</vt:lpstr>
      <vt:lpstr>Optional Conceptual Questions (Wednesday 2/11 lecture)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CS61A Section 47 :D</dc:title>
  <dc:creator>Dickson Tsai</dc:creator>
  <cp:lastModifiedBy>Dickson Tsai</cp:lastModifiedBy>
  <cp:revision>188</cp:revision>
  <dcterms:created xsi:type="dcterms:W3CDTF">2014-08-28T16:21:02Z</dcterms:created>
  <dcterms:modified xsi:type="dcterms:W3CDTF">2015-02-12T11:08:45Z</dcterms:modified>
</cp:coreProperties>
</file>